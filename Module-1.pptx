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omments/comment1.xml" ContentType="application/vnd.openxmlformats-officedocument.presentationml.comment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xml" ContentType="application/vnd.openxmlformats-officedocument.presentationml.notesSlide+xml"/>
  <Override PartName="/ppt/comments/comment2.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6"/>
  </p:notesMasterIdLst>
  <p:sldIdLst>
    <p:sldId id="256" r:id="rId2"/>
    <p:sldId id="258" r:id="rId3"/>
    <p:sldId id="257" r:id="rId4"/>
    <p:sldId id="267" r:id="rId5"/>
    <p:sldId id="259" r:id="rId6"/>
    <p:sldId id="262" r:id="rId7"/>
    <p:sldId id="300" r:id="rId8"/>
    <p:sldId id="264" r:id="rId9"/>
    <p:sldId id="265" r:id="rId10"/>
    <p:sldId id="260" r:id="rId11"/>
    <p:sldId id="268" r:id="rId12"/>
    <p:sldId id="266" r:id="rId13"/>
    <p:sldId id="279" r:id="rId14"/>
    <p:sldId id="280" r:id="rId15"/>
    <p:sldId id="289" r:id="rId16"/>
    <p:sldId id="290" r:id="rId17"/>
    <p:sldId id="291" r:id="rId18"/>
    <p:sldId id="292" r:id="rId19"/>
    <p:sldId id="293" r:id="rId20"/>
    <p:sldId id="294" r:id="rId21"/>
    <p:sldId id="295" r:id="rId22"/>
    <p:sldId id="296" r:id="rId23"/>
    <p:sldId id="297" r:id="rId24"/>
    <p:sldId id="298" r:id="rId25"/>
    <p:sldId id="299" r:id="rId26"/>
    <p:sldId id="286" r:id="rId27"/>
    <p:sldId id="287" r:id="rId28"/>
    <p:sldId id="261" r:id="rId29"/>
    <p:sldId id="288" r:id="rId30"/>
    <p:sldId id="269" r:id="rId31"/>
    <p:sldId id="273" r:id="rId32"/>
    <p:sldId id="270" r:id="rId33"/>
    <p:sldId id="271" r:id="rId34"/>
    <p:sldId id="272" r:id="rId35"/>
    <p:sldId id="274" r:id="rId36"/>
    <p:sldId id="275" r:id="rId37"/>
    <p:sldId id="277" r:id="rId38"/>
    <p:sldId id="278" r:id="rId39"/>
    <p:sldId id="282" r:id="rId40"/>
    <p:sldId id="283" r:id="rId41"/>
    <p:sldId id="284" r:id="rId42"/>
    <p:sldId id="281" r:id="rId43"/>
    <p:sldId id="276" r:id="rId44"/>
    <p:sldId id="285" r:id="rId4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irish Kumar" initials="GK" lastIdx="2" clrIdx="0">
    <p:extLst>
      <p:ext uri="{19B8F6BF-5375-455C-9EA6-DF929625EA0E}">
        <p15:presenceInfo xmlns:p15="http://schemas.microsoft.com/office/powerpoint/2012/main" userId="04f681a11d665b0a"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70" d="100"/>
          <a:sy n="70" d="100"/>
        </p:scale>
        <p:origin x="-3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0-07-16T23:29:56.640" idx="2">
    <p:pos x="6400" y="427"/>
    <p:text/>
    <p:extLst>
      <p:ext uri="{C676402C-5697-4E1C-873F-D02D1690AC5C}">
        <p15:threadingInfo xmlns:p15="http://schemas.microsoft.com/office/powerpoint/2012/main" timeZoneBias="-33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20-07-16T18:24:21.666" idx="1">
    <p:pos x="10" y="10"/>
    <p:text>Post office model to discuss</p:text>
    <p:extLst>
      <p:ext uri="{C676402C-5697-4E1C-873F-D02D1690AC5C}">
        <p15:threadingInfo xmlns:p15="http://schemas.microsoft.com/office/powerpoint/2012/main" timeZoneBias="-330"/>
      </p:ext>
    </p:extLst>
  </p:cm>
</p:cmLst>
</file>

<file path=ppt/diagrams/_rels/data3.xml.rels><?xml version="1.0" encoding="UTF-8" standalone="yes"?>
<Relationships xmlns="http://schemas.openxmlformats.org/package/2006/relationships"><Relationship Id="rId8" Type="http://schemas.openxmlformats.org/officeDocument/2006/relationships/hyperlink" Target="http://www.beststuff.com/fromthewire/lg-internet-refrigerator-is-at-the-heart-of-the-digital-home-network.html" TargetMode="External"/><Relationship Id="rId3" Type="http://schemas.openxmlformats.org/officeDocument/2006/relationships/hyperlink" Target="https://en.wikipedia.org/wiki/Domain_Name_System" TargetMode="External"/><Relationship Id="rId7" Type="http://schemas.openxmlformats.org/officeDocument/2006/relationships/hyperlink" Target="https://www.wired.com/geekdad/2011/08/world-wide-web-20-years/" TargetMode="External"/><Relationship Id="rId2" Type="http://schemas.openxmlformats.org/officeDocument/2006/relationships/hyperlink" Target="https://en.wikipedia.org/wiki/Internet_Protocol_Suite" TargetMode="External"/><Relationship Id="rId1" Type="http://schemas.openxmlformats.org/officeDocument/2006/relationships/hyperlink" Target="https://en.wikipedia.org/wiki/ARPANET" TargetMode="External"/><Relationship Id="rId6" Type="http://schemas.openxmlformats.org/officeDocument/2006/relationships/hyperlink" Target="https://en.wikipedia.org/wiki/Kevin_Ashton" TargetMode="External"/><Relationship Id="rId5" Type="http://schemas.openxmlformats.org/officeDocument/2006/relationships/hyperlink" Target="http://www.blueforestresearch.com/john-romkey/" TargetMode="External"/><Relationship Id="rId4" Type="http://schemas.openxmlformats.org/officeDocument/2006/relationships/hyperlink" Target="https://en.wikipedia.org/wiki/World_Wide_Web" TargetMode="External"/></Relationships>
</file>

<file path=ppt/diagrams/_rels/drawing3.xml.rels><?xml version="1.0" encoding="UTF-8" standalone="yes"?>
<Relationships xmlns="http://schemas.openxmlformats.org/package/2006/relationships"><Relationship Id="rId8" Type="http://schemas.openxmlformats.org/officeDocument/2006/relationships/hyperlink" Target="http://www.beststuff.com/fromthewire/lg-internet-refrigerator-is-at-the-heart-of-the-digital-home-network.html" TargetMode="External"/><Relationship Id="rId3" Type="http://schemas.openxmlformats.org/officeDocument/2006/relationships/hyperlink" Target="https://en.wikipedia.org/wiki/Internet_Protocol_Suite" TargetMode="External"/><Relationship Id="rId7" Type="http://schemas.openxmlformats.org/officeDocument/2006/relationships/hyperlink" Target="https://en.wikipedia.org/wiki/Kevin_Ashton" TargetMode="External"/><Relationship Id="rId2" Type="http://schemas.openxmlformats.org/officeDocument/2006/relationships/hyperlink" Target="https://www.wired.com/geekdad/2011/08/world-wide-web-20-years/" TargetMode="External"/><Relationship Id="rId1" Type="http://schemas.openxmlformats.org/officeDocument/2006/relationships/hyperlink" Target="https://en.wikipedia.org/wiki/ARPANET" TargetMode="External"/><Relationship Id="rId6" Type="http://schemas.openxmlformats.org/officeDocument/2006/relationships/hyperlink" Target="http://www.blueforestresearch.com/john-romkey/" TargetMode="External"/><Relationship Id="rId5" Type="http://schemas.openxmlformats.org/officeDocument/2006/relationships/hyperlink" Target="https://en.wikipedia.org/wiki/World_Wide_Web" TargetMode="External"/><Relationship Id="rId4" Type="http://schemas.openxmlformats.org/officeDocument/2006/relationships/hyperlink" Target="https://en.wikipedia.org/wiki/Domain_Name_System"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D421BA7-6FEC-4580-B34E-61F7646043D6}" type="doc">
      <dgm:prSet loTypeId="urn:microsoft.com/office/officeart/2011/layout/HexagonRadial" loCatId="officeonline" qsTypeId="urn:microsoft.com/office/officeart/2005/8/quickstyle/simple1" qsCatId="simple" csTypeId="urn:microsoft.com/office/officeart/2005/8/colors/accent1_2" csCatId="accent1" phldr="1"/>
      <dgm:spPr/>
      <dgm:t>
        <a:bodyPr/>
        <a:lstStyle/>
        <a:p>
          <a:endParaRPr lang="en-US"/>
        </a:p>
      </dgm:t>
    </dgm:pt>
    <dgm:pt modelId="{7873E494-609F-4580-AFE7-438D865B0883}">
      <dgm:prSet phldrT="[Text]" custT="1"/>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600" dirty="0">
              <a:solidFill>
                <a:srgbClr val="FF0000"/>
              </a:solidFill>
            </a:rPr>
            <a:t>IoT devices </a:t>
          </a:r>
        </a:p>
        <a:p>
          <a:pPr marL="0" marR="0" lvl="0" indent="0" defTabSz="914400" eaLnBrk="1" fontAlgn="auto" latinLnBrk="0" hangingPunct="1">
            <a:lnSpc>
              <a:spcPct val="100000"/>
            </a:lnSpc>
            <a:spcBef>
              <a:spcPts val="0"/>
            </a:spcBef>
            <a:spcAft>
              <a:spcPts val="0"/>
            </a:spcAft>
            <a:buClrTx/>
            <a:buSzTx/>
            <a:buFontTx/>
            <a:buNone/>
            <a:tabLst/>
            <a:defRPr/>
          </a:pPr>
          <a:endParaRPr lang="en-US" sz="1600" b="1" dirty="0">
            <a:solidFill>
              <a:srgbClr val="FF0000"/>
            </a:solidFill>
          </a:endParaRPr>
        </a:p>
        <a:p>
          <a:pPr marL="0" marR="0" lvl="0" indent="0" defTabSz="914400" eaLnBrk="1" fontAlgn="auto" latinLnBrk="0" hangingPunct="1">
            <a:lnSpc>
              <a:spcPct val="100000"/>
            </a:lnSpc>
            <a:spcBef>
              <a:spcPts val="0"/>
            </a:spcBef>
            <a:spcAft>
              <a:spcPts val="0"/>
            </a:spcAft>
            <a:buClrTx/>
            <a:buSzTx/>
            <a:buFontTx/>
            <a:buNone/>
            <a:tabLst/>
            <a:defRPr/>
          </a:pPr>
          <a:r>
            <a:rPr lang="en-US" sz="1600" b="1" dirty="0">
              <a:solidFill>
                <a:srgbClr val="FF0000"/>
              </a:solidFill>
            </a:rPr>
            <a:t>Internet Connected Devices</a:t>
          </a:r>
        </a:p>
        <a:p>
          <a:pPr marL="0" lvl="0" defTabSz="622300">
            <a:lnSpc>
              <a:spcPct val="90000"/>
            </a:lnSpc>
            <a:spcBef>
              <a:spcPct val="0"/>
            </a:spcBef>
            <a:spcAft>
              <a:spcPct val="35000"/>
            </a:spcAft>
            <a:buNone/>
          </a:pPr>
          <a:endParaRPr lang="en-US" sz="1100" dirty="0">
            <a:solidFill>
              <a:srgbClr val="FF0000"/>
            </a:solidFill>
          </a:endParaRPr>
        </a:p>
      </dgm:t>
    </dgm:pt>
    <dgm:pt modelId="{C72A8DB7-F08D-43A9-A3FC-660244EBF556}" type="parTrans" cxnId="{B88BBFD6-47EB-44F7-BC3D-75592318BC02}">
      <dgm:prSet/>
      <dgm:spPr/>
      <dgm:t>
        <a:bodyPr/>
        <a:lstStyle/>
        <a:p>
          <a:endParaRPr lang="en-US"/>
        </a:p>
      </dgm:t>
    </dgm:pt>
    <dgm:pt modelId="{9DF80514-EB33-431D-B83A-206085B474A0}" type="sibTrans" cxnId="{B88BBFD6-47EB-44F7-BC3D-75592318BC02}">
      <dgm:prSet/>
      <dgm:spPr/>
      <dgm:t>
        <a:bodyPr/>
        <a:lstStyle/>
        <a:p>
          <a:endParaRPr lang="en-US"/>
        </a:p>
      </dgm:t>
    </dgm:pt>
    <dgm:pt modelId="{8AAE9823-D93A-4602-9B50-0E43D246170A}">
      <dgm:prSet phldrT="[Text]"/>
      <dgm:spPr/>
      <dgm:t>
        <a:bodyPr/>
        <a:lstStyle/>
        <a:p>
          <a:r>
            <a:rPr lang="en-US" b="1" dirty="0">
              <a:solidFill>
                <a:srgbClr val="FF0000"/>
              </a:solidFill>
            </a:rPr>
            <a:t>Home based devices</a:t>
          </a:r>
        </a:p>
      </dgm:t>
    </dgm:pt>
    <dgm:pt modelId="{4564C671-AD65-4E8B-BB0F-8096E9780B0D}" type="parTrans" cxnId="{4869E63A-4DA5-4303-A57E-B5AD0A6B30AC}">
      <dgm:prSet/>
      <dgm:spPr/>
      <dgm:t>
        <a:bodyPr/>
        <a:lstStyle/>
        <a:p>
          <a:endParaRPr lang="en-US"/>
        </a:p>
      </dgm:t>
    </dgm:pt>
    <dgm:pt modelId="{6067854A-A20D-4E87-ADF9-D9BA3BB2EC36}" type="sibTrans" cxnId="{4869E63A-4DA5-4303-A57E-B5AD0A6B30AC}">
      <dgm:prSet/>
      <dgm:spPr/>
      <dgm:t>
        <a:bodyPr/>
        <a:lstStyle/>
        <a:p>
          <a:endParaRPr lang="en-US"/>
        </a:p>
      </dgm:t>
    </dgm:pt>
    <dgm:pt modelId="{369EFE16-4B66-4F3C-AC38-ED85B25FD604}">
      <dgm:prSet phldrT="[Text]"/>
      <dgm:spPr/>
      <dgm:t>
        <a:bodyPr/>
        <a:lstStyle/>
        <a:p>
          <a:r>
            <a:rPr lang="en-US" b="1" dirty="0">
              <a:solidFill>
                <a:srgbClr val="FF0000"/>
              </a:solidFill>
            </a:rPr>
            <a:t>Hospitals &amp; </a:t>
          </a:r>
        </a:p>
        <a:p>
          <a:r>
            <a:rPr lang="en-US" b="1" dirty="0">
              <a:solidFill>
                <a:srgbClr val="FF0000"/>
              </a:solidFill>
            </a:rPr>
            <a:t>health care unit</a:t>
          </a:r>
        </a:p>
      </dgm:t>
    </dgm:pt>
    <dgm:pt modelId="{E5CDFCF5-4BBE-4ECD-B219-8233B9F3F34C}" type="parTrans" cxnId="{510B99B6-63D2-4F95-A366-157273C6BF20}">
      <dgm:prSet/>
      <dgm:spPr/>
      <dgm:t>
        <a:bodyPr/>
        <a:lstStyle/>
        <a:p>
          <a:endParaRPr lang="en-US"/>
        </a:p>
      </dgm:t>
    </dgm:pt>
    <dgm:pt modelId="{B6060FD8-0DFA-485D-84DD-1B379AC5F4FD}" type="sibTrans" cxnId="{510B99B6-63D2-4F95-A366-157273C6BF20}">
      <dgm:prSet/>
      <dgm:spPr/>
      <dgm:t>
        <a:bodyPr/>
        <a:lstStyle/>
        <a:p>
          <a:endParaRPr lang="en-US"/>
        </a:p>
      </dgm:t>
    </dgm:pt>
    <dgm:pt modelId="{4BEE5BF9-F91C-44D5-9DD3-09E130780E27}">
      <dgm:prSet phldrT="[Text]"/>
      <dgm:spPr/>
      <dgm:t>
        <a:bodyPr/>
        <a:lstStyle/>
        <a:p>
          <a:r>
            <a:rPr lang="en-US" dirty="0">
              <a:solidFill>
                <a:srgbClr val="FF0000"/>
              </a:solidFill>
            </a:rPr>
            <a:t>Space and </a:t>
          </a:r>
          <a:r>
            <a:rPr lang="en-US" dirty="0" err="1">
              <a:solidFill>
                <a:srgbClr val="FF0000"/>
              </a:solidFill>
            </a:rPr>
            <a:t>Defence</a:t>
          </a:r>
          <a:r>
            <a:rPr lang="en-US" dirty="0">
              <a:solidFill>
                <a:srgbClr val="FF0000"/>
              </a:solidFill>
            </a:rPr>
            <a:t> units</a:t>
          </a:r>
        </a:p>
      </dgm:t>
    </dgm:pt>
    <dgm:pt modelId="{D291D66C-6E73-4CBA-B151-F7DCD3141438}" type="parTrans" cxnId="{C539BDCF-C911-4AC2-B5EB-B81EA2819F8B}">
      <dgm:prSet/>
      <dgm:spPr/>
      <dgm:t>
        <a:bodyPr/>
        <a:lstStyle/>
        <a:p>
          <a:endParaRPr lang="en-US"/>
        </a:p>
      </dgm:t>
    </dgm:pt>
    <dgm:pt modelId="{00829D67-1B59-4310-8402-8A6CB8CE5977}" type="sibTrans" cxnId="{C539BDCF-C911-4AC2-B5EB-B81EA2819F8B}">
      <dgm:prSet/>
      <dgm:spPr/>
      <dgm:t>
        <a:bodyPr/>
        <a:lstStyle/>
        <a:p>
          <a:endParaRPr lang="en-US"/>
        </a:p>
      </dgm:t>
    </dgm:pt>
    <dgm:pt modelId="{7C37869B-B5EF-4229-8801-E83DC7E4C56A}">
      <dgm:prSet phldrT="[Text]"/>
      <dgm:spPr/>
      <dgm:t>
        <a:bodyPr/>
        <a:lstStyle/>
        <a:p>
          <a:r>
            <a:rPr lang="en-US" b="1" dirty="0">
              <a:solidFill>
                <a:srgbClr val="FF0000"/>
              </a:solidFill>
            </a:rPr>
            <a:t>Manufacturing Units</a:t>
          </a:r>
        </a:p>
      </dgm:t>
    </dgm:pt>
    <dgm:pt modelId="{8F3CD4E7-0905-49A3-9ECD-536CD75132F9}" type="parTrans" cxnId="{C2916B5B-8985-4AFB-9B1A-C7D7F0153B18}">
      <dgm:prSet/>
      <dgm:spPr/>
      <dgm:t>
        <a:bodyPr/>
        <a:lstStyle/>
        <a:p>
          <a:endParaRPr lang="en-US"/>
        </a:p>
      </dgm:t>
    </dgm:pt>
    <dgm:pt modelId="{B0033A1C-C0EF-418A-B68A-6923B63B7C89}" type="sibTrans" cxnId="{C2916B5B-8985-4AFB-9B1A-C7D7F0153B18}">
      <dgm:prSet/>
      <dgm:spPr/>
      <dgm:t>
        <a:bodyPr/>
        <a:lstStyle/>
        <a:p>
          <a:endParaRPr lang="en-US"/>
        </a:p>
      </dgm:t>
    </dgm:pt>
    <dgm:pt modelId="{AD5B50EE-1F4F-439F-838B-9143BE16152E}">
      <dgm:prSet phldrT="[Text]"/>
      <dgm:spPr/>
      <dgm:t>
        <a:bodyPr/>
        <a:lstStyle/>
        <a:p>
          <a:r>
            <a:rPr lang="en-US" b="1" dirty="0">
              <a:solidFill>
                <a:srgbClr val="FF0000"/>
              </a:solidFill>
            </a:rPr>
            <a:t>Banks and Insurance Companies</a:t>
          </a:r>
        </a:p>
      </dgm:t>
    </dgm:pt>
    <dgm:pt modelId="{2D138CBA-CDF3-4255-A617-F27D15F043E5}" type="parTrans" cxnId="{8813A71B-7BB4-4243-BE14-4D9706F8D241}">
      <dgm:prSet/>
      <dgm:spPr/>
      <dgm:t>
        <a:bodyPr/>
        <a:lstStyle/>
        <a:p>
          <a:endParaRPr lang="en-US"/>
        </a:p>
      </dgm:t>
    </dgm:pt>
    <dgm:pt modelId="{642F4F7C-228A-4E95-91CB-BEE7FC8B9FA2}" type="sibTrans" cxnId="{8813A71B-7BB4-4243-BE14-4D9706F8D241}">
      <dgm:prSet/>
      <dgm:spPr/>
      <dgm:t>
        <a:bodyPr/>
        <a:lstStyle/>
        <a:p>
          <a:endParaRPr lang="en-US"/>
        </a:p>
      </dgm:t>
    </dgm:pt>
    <dgm:pt modelId="{6652E9F9-F401-4EE5-8B85-771D80AA588D}">
      <dgm:prSet phldrT="[Text]"/>
      <dgm:spPr/>
      <dgm:t>
        <a:bodyPr/>
        <a:lstStyle/>
        <a:p>
          <a:r>
            <a:rPr lang="en-US" b="1" dirty="0">
              <a:solidFill>
                <a:srgbClr val="FF0000"/>
              </a:solidFill>
            </a:rPr>
            <a:t>Automobiles, Airlines  &amp; Aeronautics</a:t>
          </a:r>
        </a:p>
      </dgm:t>
    </dgm:pt>
    <dgm:pt modelId="{12A4F67F-FC4D-43C8-8186-F5926EE4DDCD}" type="parTrans" cxnId="{8722BF11-CDD3-451C-9035-0D13ECA82BDB}">
      <dgm:prSet/>
      <dgm:spPr/>
      <dgm:t>
        <a:bodyPr/>
        <a:lstStyle/>
        <a:p>
          <a:endParaRPr lang="en-US"/>
        </a:p>
      </dgm:t>
    </dgm:pt>
    <dgm:pt modelId="{E57C59EA-CF39-4526-8E50-F2CF97F53ED7}" type="sibTrans" cxnId="{8722BF11-CDD3-451C-9035-0D13ECA82BDB}">
      <dgm:prSet/>
      <dgm:spPr/>
      <dgm:t>
        <a:bodyPr/>
        <a:lstStyle/>
        <a:p>
          <a:endParaRPr lang="en-US"/>
        </a:p>
      </dgm:t>
    </dgm:pt>
    <dgm:pt modelId="{68680143-C170-46BF-9CC7-D5CB01D64677}" type="pres">
      <dgm:prSet presAssocID="{2D421BA7-6FEC-4580-B34E-61F7646043D6}" presName="Name0" presStyleCnt="0">
        <dgm:presLayoutVars>
          <dgm:chMax val="1"/>
          <dgm:chPref val="1"/>
          <dgm:dir/>
          <dgm:animOne val="branch"/>
          <dgm:animLvl val="lvl"/>
        </dgm:presLayoutVars>
      </dgm:prSet>
      <dgm:spPr/>
    </dgm:pt>
    <dgm:pt modelId="{5E8D9D39-5BD5-4C1D-86EB-6781DC9DC884}" type="pres">
      <dgm:prSet presAssocID="{7873E494-609F-4580-AFE7-438D865B0883}" presName="Parent" presStyleLbl="node0" presStyleIdx="0" presStyleCnt="1">
        <dgm:presLayoutVars>
          <dgm:chMax val="6"/>
          <dgm:chPref val="6"/>
        </dgm:presLayoutVars>
      </dgm:prSet>
      <dgm:spPr/>
    </dgm:pt>
    <dgm:pt modelId="{E622C827-3C3A-4E1E-82FB-D3C5735A86CB}" type="pres">
      <dgm:prSet presAssocID="{8AAE9823-D93A-4602-9B50-0E43D246170A}" presName="Accent1" presStyleCnt="0"/>
      <dgm:spPr/>
    </dgm:pt>
    <dgm:pt modelId="{9DC5BB47-04B4-4669-9846-7C8EE9E2ACE2}" type="pres">
      <dgm:prSet presAssocID="{8AAE9823-D93A-4602-9B50-0E43D246170A}" presName="Accent" presStyleLbl="bgShp" presStyleIdx="0" presStyleCnt="6"/>
      <dgm:spPr/>
    </dgm:pt>
    <dgm:pt modelId="{343E191A-9933-40DD-B3F9-6957459FB26F}" type="pres">
      <dgm:prSet presAssocID="{8AAE9823-D93A-4602-9B50-0E43D246170A}" presName="Child1" presStyleLbl="node1" presStyleIdx="0" presStyleCnt="6">
        <dgm:presLayoutVars>
          <dgm:chMax val="0"/>
          <dgm:chPref val="0"/>
          <dgm:bulletEnabled val="1"/>
        </dgm:presLayoutVars>
      </dgm:prSet>
      <dgm:spPr/>
    </dgm:pt>
    <dgm:pt modelId="{D8782748-4DCA-487C-BA84-46EBAB598E8A}" type="pres">
      <dgm:prSet presAssocID="{6652E9F9-F401-4EE5-8B85-771D80AA588D}" presName="Accent2" presStyleCnt="0"/>
      <dgm:spPr/>
    </dgm:pt>
    <dgm:pt modelId="{B96F7EF8-40B1-464B-86B0-D186DA480ABB}" type="pres">
      <dgm:prSet presAssocID="{6652E9F9-F401-4EE5-8B85-771D80AA588D}" presName="Accent" presStyleLbl="bgShp" presStyleIdx="1" presStyleCnt="6"/>
      <dgm:spPr/>
    </dgm:pt>
    <dgm:pt modelId="{3E5AAAE8-6B64-4455-9C2B-E223F97E8E3C}" type="pres">
      <dgm:prSet presAssocID="{6652E9F9-F401-4EE5-8B85-771D80AA588D}" presName="Child2" presStyleLbl="node1" presStyleIdx="1" presStyleCnt="6">
        <dgm:presLayoutVars>
          <dgm:chMax val="0"/>
          <dgm:chPref val="0"/>
          <dgm:bulletEnabled val="1"/>
        </dgm:presLayoutVars>
      </dgm:prSet>
      <dgm:spPr/>
    </dgm:pt>
    <dgm:pt modelId="{825E2D32-CDB0-48F9-8305-1408CDD77A41}" type="pres">
      <dgm:prSet presAssocID="{369EFE16-4B66-4F3C-AC38-ED85B25FD604}" presName="Accent3" presStyleCnt="0"/>
      <dgm:spPr/>
    </dgm:pt>
    <dgm:pt modelId="{471894AE-AFF1-4D8A-87BC-109A3CEF9E0B}" type="pres">
      <dgm:prSet presAssocID="{369EFE16-4B66-4F3C-AC38-ED85B25FD604}" presName="Accent" presStyleLbl="bgShp" presStyleIdx="2" presStyleCnt="6"/>
      <dgm:spPr/>
    </dgm:pt>
    <dgm:pt modelId="{F0B250C0-7510-4DDB-8341-FFCDE2F08286}" type="pres">
      <dgm:prSet presAssocID="{369EFE16-4B66-4F3C-AC38-ED85B25FD604}" presName="Child3" presStyleLbl="node1" presStyleIdx="2" presStyleCnt="6">
        <dgm:presLayoutVars>
          <dgm:chMax val="0"/>
          <dgm:chPref val="0"/>
          <dgm:bulletEnabled val="1"/>
        </dgm:presLayoutVars>
      </dgm:prSet>
      <dgm:spPr/>
    </dgm:pt>
    <dgm:pt modelId="{302CA78A-865B-42D2-BC4F-C7B2D96B33A5}" type="pres">
      <dgm:prSet presAssocID="{4BEE5BF9-F91C-44D5-9DD3-09E130780E27}" presName="Accent4" presStyleCnt="0"/>
      <dgm:spPr/>
    </dgm:pt>
    <dgm:pt modelId="{3D8413DB-5831-4FF6-A26C-4B552516F3B2}" type="pres">
      <dgm:prSet presAssocID="{4BEE5BF9-F91C-44D5-9DD3-09E130780E27}" presName="Accent" presStyleLbl="bgShp" presStyleIdx="3" presStyleCnt="6"/>
      <dgm:spPr/>
    </dgm:pt>
    <dgm:pt modelId="{0BA774C4-77B9-46FE-B0C8-5B95E280E5CC}" type="pres">
      <dgm:prSet presAssocID="{4BEE5BF9-F91C-44D5-9DD3-09E130780E27}" presName="Child4" presStyleLbl="node1" presStyleIdx="3" presStyleCnt="6">
        <dgm:presLayoutVars>
          <dgm:chMax val="0"/>
          <dgm:chPref val="0"/>
          <dgm:bulletEnabled val="1"/>
        </dgm:presLayoutVars>
      </dgm:prSet>
      <dgm:spPr/>
    </dgm:pt>
    <dgm:pt modelId="{1DC83EE3-72C0-40AC-B157-A5104E8B9308}" type="pres">
      <dgm:prSet presAssocID="{7C37869B-B5EF-4229-8801-E83DC7E4C56A}" presName="Accent5" presStyleCnt="0"/>
      <dgm:spPr/>
    </dgm:pt>
    <dgm:pt modelId="{C5A28C4C-FBE9-4CFB-B276-A2E15FE60FF6}" type="pres">
      <dgm:prSet presAssocID="{7C37869B-B5EF-4229-8801-E83DC7E4C56A}" presName="Accent" presStyleLbl="bgShp" presStyleIdx="4" presStyleCnt="6"/>
      <dgm:spPr/>
    </dgm:pt>
    <dgm:pt modelId="{9F10EB58-DE41-45D5-A58E-9440B5B80543}" type="pres">
      <dgm:prSet presAssocID="{7C37869B-B5EF-4229-8801-E83DC7E4C56A}" presName="Child5" presStyleLbl="node1" presStyleIdx="4" presStyleCnt="6">
        <dgm:presLayoutVars>
          <dgm:chMax val="0"/>
          <dgm:chPref val="0"/>
          <dgm:bulletEnabled val="1"/>
        </dgm:presLayoutVars>
      </dgm:prSet>
      <dgm:spPr/>
    </dgm:pt>
    <dgm:pt modelId="{EB1F7027-712F-42A5-B8EA-9996D13CEE77}" type="pres">
      <dgm:prSet presAssocID="{AD5B50EE-1F4F-439F-838B-9143BE16152E}" presName="Accent6" presStyleCnt="0"/>
      <dgm:spPr/>
    </dgm:pt>
    <dgm:pt modelId="{A3ADA781-65D4-47AF-BE8C-D03687C464FE}" type="pres">
      <dgm:prSet presAssocID="{AD5B50EE-1F4F-439F-838B-9143BE16152E}" presName="Accent" presStyleLbl="bgShp" presStyleIdx="5" presStyleCnt="6"/>
      <dgm:spPr/>
    </dgm:pt>
    <dgm:pt modelId="{981EEA51-FC14-4F83-8E36-4F453C12855B}" type="pres">
      <dgm:prSet presAssocID="{AD5B50EE-1F4F-439F-838B-9143BE16152E}" presName="Child6" presStyleLbl="node1" presStyleIdx="5" presStyleCnt="6">
        <dgm:presLayoutVars>
          <dgm:chMax val="0"/>
          <dgm:chPref val="0"/>
          <dgm:bulletEnabled val="1"/>
        </dgm:presLayoutVars>
      </dgm:prSet>
      <dgm:spPr/>
    </dgm:pt>
  </dgm:ptLst>
  <dgm:cxnLst>
    <dgm:cxn modelId="{8722BF11-CDD3-451C-9035-0D13ECA82BDB}" srcId="{7873E494-609F-4580-AFE7-438D865B0883}" destId="{6652E9F9-F401-4EE5-8B85-771D80AA588D}" srcOrd="1" destOrd="0" parTransId="{12A4F67F-FC4D-43C8-8186-F5926EE4DDCD}" sibTransId="{E57C59EA-CF39-4526-8E50-F2CF97F53ED7}"/>
    <dgm:cxn modelId="{F1D15317-DE53-43BA-AD54-D4B6B526EF7D}" type="presOf" srcId="{4BEE5BF9-F91C-44D5-9DD3-09E130780E27}" destId="{0BA774C4-77B9-46FE-B0C8-5B95E280E5CC}" srcOrd="0" destOrd="0" presId="urn:microsoft.com/office/officeart/2011/layout/HexagonRadial"/>
    <dgm:cxn modelId="{8813A71B-7BB4-4243-BE14-4D9706F8D241}" srcId="{7873E494-609F-4580-AFE7-438D865B0883}" destId="{AD5B50EE-1F4F-439F-838B-9143BE16152E}" srcOrd="5" destOrd="0" parTransId="{2D138CBA-CDF3-4255-A617-F27D15F043E5}" sibTransId="{642F4F7C-228A-4E95-91CB-BEE7FC8B9FA2}"/>
    <dgm:cxn modelId="{E7FA451C-01A6-4EBB-B0F8-CCB632331B6E}" type="presOf" srcId="{8AAE9823-D93A-4602-9B50-0E43D246170A}" destId="{343E191A-9933-40DD-B3F9-6957459FB26F}" srcOrd="0" destOrd="0" presId="urn:microsoft.com/office/officeart/2011/layout/HexagonRadial"/>
    <dgm:cxn modelId="{9025672A-76E3-4600-9D07-924879BE1FAD}" type="presOf" srcId="{369EFE16-4B66-4F3C-AC38-ED85B25FD604}" destId="{F0B250C0-7510-4DDB-8341-FFCDE2F08286}" srcOrd="0" destOrd="0" presId="urn:microsoft.com/office/officeart/2011/layout/HexagonRadial"/>
    <dgm:cxn modelId="{4869E63A-4DA5-4303-A57E-B5AD0A6B30AC}" srcId="{7873E494-609F-4580-AFE7-438D865B0883}" destId="{8AAE9823-D93A-4602-9B50-0E43D246170A}" srcOrd="0" destOrd="0" parTransId="{4564C671-AD65-4E8B-BB0F-8096E9780B0D}" sibTransId="{6067854A-A20D-4E87-ADF9-D9BA3BB2EC36}"/>
    <dgm:cxn modelId="{C2916B5B-8985-4AFB-9B1A-C7D7F0153B18}" srcId="{7873E494-609F-4580-AFE7-438D865B0883}" destId="{7C37869B-B5EF-4229-8801-E83DC7E4C56A}" srcOrd="4" destOrd="0" parTransId="{8F3CD4E7-0905-49A3-9ECD-536CD75132F9}" sibTransId="{B0033A1C-C0EF-418A-B68A-6923B63B7C89}"/>
    <dgm:cxn modelId="{DFF0DD5B-B5D3-4E9B-BD93-CBA428FBDE52}" type="presOf" srcId="{7C37869B-B5EF-4229-8801-E83DC7E4C56A}" destId="{9F10EB58-DE41-45D5-A58E-9440B5B80543}" srcOrd="0" destOrd="0" presId="urn:microsoft.com/office/officeart/2011/layout/HexagonRadial"/>
    <dgm:cxn modelId="{E051D7A3-1353-4C9D-94B3-DB1E69379D46}" type="presOf" srcId="{2D421BA7-6FEC-4580-B34E-61F7646043D6}" destId="{68680143-C170-46BF-9CC7-D5CB01D64677}" srcOrd="0" destOrd="0" presId="urn:microsoft.com/office/officeart/2011/layout/HexagonRadial"/>
    <dgm:cxn modelId="{510B99B6-63D2-4F95-A366-157273C6BF20}" srcId="{7873E494-609F-4580-AFE7-438D865B0883}" destId="{369EFE16-4B66-4F3C-AC38-ED85B25FD604}" srcOrd="2" destOrd="0" parTransId="{E5CDFCF5-4BBE-4ECD-B219-8233B9F3F34C}" sibTransId="{B6060FD8-0DFA-485D-84DD-1B379AC5F4FD}"/>
    <dgm:cxn modelId="{D74731BF-6A27-4075-A332-179620696A4D}" type="presOf" srcId="{6652E9F9-F401-4EE5-8B85-771D80AA588D}" destId="{3E5AAAE8-6B64-4455-9C2B-E223F97E8E3C}" srcOrd="0" destOrd="0" presId="urn:microsoft.com/office/officeart/2011/layout/HexagonRadial"/>
    <dgm:cxn modelId="{EA95FDC5-DCE2-4D19-AA86-0EA2A3905548}" type="presOf" srcId="{7873E494-609F-4580-AFE7-438D865B0883}" destId="{5E8D9D39-5BD5-4C1D-86EB-6781DC9DC884}" srcOrd="0" destOrd="0" presId="urn:microsoft.com/office/officeart/2011/layout/HexagonRadial"/>
    <dgm:cxn modelId="{140373C8-DB3F-48A3-A589-DB24CBB9F3C7}" type="presOf" srcId="{AD5B50EE-1F4F-439F-838B-9143BE16152E}" destId="{981EEA51-FC14-4F83-8E36-4F453C12855B}" srcOrd="0" destOrd="0" presId="urn:microsoft.com/office/officeart/2011/layout/HexagonRadial"/>
    <dgm:cxn modelId="{C539BDCF-C911-4AC2-B5EB-B81EA2819F8B}" srcId="{7873E494-609F-4580-AFE7-438D865B0883}" destId="{4BEE5BF9-F91C-44D5-9DD3-09E130780E27}" srcOrd="3" destOrd="0" parTransId="{D291D66C-6E73-4CBA-B151-F7DCD3141438}" sibTransId="{00829D67-1B59-4310-8402-8A6CB8CE5977}"/>
    <dgm:cxn modelId="{B88BBFD6-47EB-44F7-BC3D-75592318BC02}" srcId="{2D421BA7-6FEC-4580-B34E-61F7646043D6}" destId="{7873E494-609F-4580-AFE7-438D865B0883}" srcOrd="0" destOrd="0" parTransId="{C72A8DB7-F08D-43A9-A3FC-660244EBF556}" sibTransId="{9DF80514-EB33-431D-B83A-206085B474A0}"/>
    <dgm:cxn modelId="{2816A171-07C6-42D8-8E23-A0AD3D1DBD5A}" type="presParOf" srcId="{68680143-C170-46BF-9CC7-D5CB01D64677}" destId="{5E8D9D39-5BD5-4C1D-86EB-6781DC9DC884}" srcOrd="0" destOrd="0" presId="urn:microsoft.com/office/officeart/2011/layout/HexagonRadial"/>
    <dgm:cxn modelId="{53D545D0-C2C2-4BA1-9A57-8B6B7F7B879F}" type="presParOf" srcId="{68680143-C170-46BF-9CC7-D5CB01D64677}" destId="{E622C827-3C3A-4E1E-82FB-D3C5735A86CB}" srcOrd="1" destOrd="0" presId="urn:microsoft.com/office/officeart/2011/layout/HexagonRadial"/>
    <dgm:cxn modelId="{9E9FA0D6-70B8-4005-8843-8A6A89A3108B}" type="presParOf" srcId="{E622C827-3C3A-4E1E-82FB-D3C5735A86CB}" destId="{9DC5BB47-04B4-4669-9846-7C8EE9E2ACE2}" srcOrd="0" destOrd="0" presId="urn:microsoft.com/office/officeart/2011/layout/HexagonRadial"/>
    <dgm:cxn modelId="{F25D3239-6D28-40F3-865D-7455D02A7C50}" type="presParOf" srcId="{68680143-C170-46BF-9CC7-D5CB01D64677}" destId="{343E191A-9933-40DD-B3F9-6957459FB26F}" srcOrd="2" destOrd="0" presId="urn:microsoft.com/office/officeart/2011/layout/HexagonRadial"/>
    <dgm:cxn modelId="{9A782341-38AC-4898-97C4-C98EF2D9D1E6}" type="presParOf" srcId="{68680143-C170-46BF-9CC7-D5CB01D64677}" destId="{D8782748-4DCA-487C-BA84-46EBAB598E8A}" srcOrd="3" destOrd="0" presId="urn:microsoft.com/office/officeart/2011/layout/HexagonRadial"/>
    <dgm:cxn modelId="{CF07E3B5-6E70-4D2F-8AF4-4A6475035105}" type="presParOf" srcId="{D8782748-4DCA-487C-BA84-46EBAB598E8A}" destId="{B96F7EF8-40B1-464B-86B0-D186DA480ABB}" srcOrd="0" destOrd="0" presId="urn:microsoft.com/office/officeart/2011/layout/HexagonRadial"/>
    <dgm:cxn modelId="{3364BA86-8E3A-4574-A2A8-D9DCF86FC1B4}" type="presParOf" srcId="{68680143-C170-46BF-9CC7-D5CB01D64677}" destId="{3E5AAAE8-6B64-4455-9C2B-E223F97E8E3C}" srcOrd="4" destOrd="0" presId="urn:microsoft.com/office/officeart/2011/layout/HexagonRadial"/>
    <dgm:cxn modelId="{0F717517-A4F4-49C3-8169-704FFFF129AB}" type="presParOf" srcId="{68680143-C170-46BF-9CC7-D5CB01D64677}" destId="{825E2D32-CDB0-48F9-8305-1408CDD77A41}" srcOrd="5" destOrd="0" presId="urn:microsoft.com/office/officeart/2011/layout/HexagonRadial"/>
    <dgm:cxn modelId="{172C7701-2164-4440-824B-D9D3BF918B6B}" type="presParOf" srcId="{825E2D32-CDB0-48F9-8305-1408CDD77A41}" destId="{471894AE-AFF1-4D8A-87BC-109A3CEF9E0B}" srcOrd="0" destOrd="0" presId="urn:microsoft.com/office/officeart/2011/layout/HexagonRadial"/>
    <dgm:cxn modelId="{0375E80A-D53F-449D-9A8F-7F523D0E0F9D}" type="presParOf" srcId="{68680143-C170-46BF-9CC7-D5CB01D64677}" destId="{F0B250C0-7510-4DDB-8341-FFCDE2F08286}" srcOrd="6" destOrd="0" presId="urn:microsoft.com/office/officeart/2011/layout/HexagonRadial"/>
    <dgm:cxn modelId="{8005F435-DF95-48B7-8D36-E44556782AAA}" type="presParOf" srcId="{68680143-C170-46BF-9CC7-D5CB01D64677}" destId="{302CA78A-865B-42D2-BC4F-C7B2D96B33A5}" srcOrd="7" destOrd="0" presId="urn:microsoft.com/office/officeart/2011/layout/HexagonRadial"/>
    <dgm:cxn modelId="{D9552436-7CCC-46B3-87DF-1C8A14798218}" type="presParOf" srcId="{302CA78A-865B-42D2-BC4F-C7B2D96B33A5}" destId="{3D8413DB-5831-4FF6-A26C-4B552516F3B2}" srcOrd="0" destOrd="0" presId="urn:microsoft.com/office/officeart/2011/layout/HexagonRadial"/>
    <dgm:cxn modelId="{9DB6F294-EF93-48A9-9B78-668CF6BD2E04}" type="presParOf" srcId="{68680143-C170-46BF-9CC7-D5CB01D64677}" destId="{0BA774C4-77B9-46FE-B0C8-5B95E280E5CC}" srcOrd="8" destOrd="0" presId="urn:microsoft.com/office/officeart/2011/layout/HexagonRadial"/>
    <dgm:cxn modelId="{9B6342AB-4CBE-4FFA-9003-046A4C86F01A}" type="presParOf" srcId="{68680143-C170-46BF-9CC7-D5CB01D64677}" destId="{1DC83EE3-72C0-40AC-B157-A5104E8B9308}" srcOrd="9" destOrd="0" presId="urn:microsoft.com/office/officeart/2011/layout/HexagonRadial"/>
    <dgm:cxn modelId="{D471B1BB-7B13-40D5-8390-6ACDE46F136A}" type="presParOf" srcId="{1DC83EE3-72C0-40AC-B157-A5104E8B9308}" destId="{C5A28C4C-FBE9-4CFB-B276-A2E15FE60FF6}" srcOrd="0" destOrd="0" presId="urn:microsoft.com/office/officeart/2011/layout/HexagonRadial"/>
    <dgm:cxn modelId="{275F17AE-A655-4F20-B66B-431508A80DBE}" type="presParOf" srcId="{68680143-C170-46BF-9CC7-D5CB01D64677}" destId="{9F10EB58-DE41-45D5-A58E-9440B5B80543}" srcOrd="10" destOrd="0" presId="urn:microsoft.com/office/officeart/2011/layout/HexagonRadial"/>
    <dgm:cxn modelId="{B3C33145-D15E-440E-9A9A-ECD4B0A3232D}" type="presParOf" srcId="{68680143-C170-46BF-9CC7-D5CB01D64677}" destId="{EB1F7027-712F-42A5-B8EA-9996D13CEE77}" srcOrd="11" destOrd="0" presId="urn:microsoft.com/office/officeart/2011/layout/HexagonRadial"/>
    <dgm:cxn modelId="{925665E0-ED83-44BD-B628-185C6569D28D}" type="presParOf" srcId="{EB1F7027-712F-42A5-B8EA-9996D13CEE77}" destId="{A3ADA781-65D4-47AF-BE8C-D03687C464FE}" srcOrd="0" destOrd="0" presId="urn:microsoft.com/office/officeart/2011/layout/HexagonRadial"/>
    <dgm:cxn modelId="{E4A98F19-77EF-449F-BE97-F996F1C38F83}" type="presParOf" srcId="{68680143-C170-46BF-9CC7-D5CB01D64677}" destId="{981EEA51-FC14-4F83-8E36-4F453C12855B}" srcOrd="12" destOrd="0" presId="urn:microsoft.com/office/officeart/2011/layout/HexagonRadial"/>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E7E2364-B48F-4CBF-8966-3EBA6E787B16}" type="doc">
      <dgm:prSet loTypeId="urn:microsoft.com/office/officeart/2005/8/layout/chevron2" loCatId="list" qsTypeId="urn:microsoft.com/office/officeart/2005/8/quickstyle/simple1" qsCatId="simple" csTypeId="urn:microsoft.com/office/officeart/2005/8/colors/accent1_2" csCatId="accent1" phldr="1"/>
      <dgm:spPr/>
      <dgm:t>
        <a:bodyPr/>
        <a:lstStyle/>
        <a:p>
          <a:endParaRPr lang="en-IN"/>
        </a:p>
      </dgm:t>
    </dgm:pt>
    <dgm:pt modelId="{8F7C003B-B45E-4A6C-A64A-6F43ACBF022B}">
      <dgm:prSet phldrT="[Text]"/>
      <dgm:spPr/>
      <dgm:t>
        <a:bodyPr/>
        <a:lstStyle/>
        <a:p>
          <a:r>
            <a:rPr lang="en-US" dirty="0"/>
            <a:t>Industry 1.0</a:t>
          </a:r>
          <a:endParaRPr lang="en-IN" dirty="0"/>
        </a:p>
      </dgm:t>
    </dgm:pt>
    <dgm:pt modelId="{EC43515B-4FC9-491B-960D-2E02B9560B2F}" type="parTrans" cxnId="{C0DCB060-24A2-436B-9025-82058C407D16}">
      <dgm:prSet/>
      <dgm:spPr/>
      <dgm:t>
        <a:bodyPr/>
        <a:lstStyle/>
        <a:p>
          <a:endParaRPr lang="en-IN"/>
        </a:p>
      </dgm:t>
    </dgm:pt>
    <dgm:pt modelId="{2E773F69-DCF8-4CE3-9CB6-D9A210FE7F66}" type="sibTrans" cxnId="{C0DCB060-24A2-436B-9025-82058C407D16}">
      <dgm:prSet/>
      <dgm:spPr/>
      <dgm:t>
        <a:bodyPr/>
        <a:lstStyle/>
        <a:p>
          <a:endParaRPr lang="en-IN"/>
        </a:p>
      </dgm:t>
    </dgm:pt>
    <dgm:pt modelId="{87BDD663-CEB5-49E1-BA17-F18B347AF70E}">
      <dgm:prSet phldrT="[Text]"/>
      <dgm:spPr/>
      <dgm:t>
        <a:bodyPr/>
        <a:lstStyle/>
        <a:p>
          <a:r>
            <a:rPr lang="en-US" b="0" i="0" dirty="0"/>
            <a:t>Around 1760, the First Industrial Revolution was the transition to new manufacturing processes using water and steam.  </a:t>
          </a:r>
          <a:endParaRPr lang="en-IN" dirty="0"/>
        </a:p>
      </dgm:t>
    </dgm:pt>
    <dgm:pt modelId="{D43490A4-A5A6-4278-9242-A7519111392C}" type="parTrans" cxnId="{A5FA2CA4-02B5-41CC-BB04-C2739C910D51}">
      <dgm:prSet/>
      <dgm:spPr/>
      <dgm:t>
        <a:bodyPr/>
        <a:lstStyle/>
        <a:p>
          <a:endParaRPr lang="en-IN"/>
        </a:p>
      </dgm:t>
    </dgm:pt>
    <dgm:pt modelId="{19C661AD-30D4-44E3-A87F-31B5617E454B}" type="sibTrans" cxnId="{A5FA2CA4-02B5-41CC-BB04-C2739C910D51}">
      <dgm:prSet/>
      <dgm:spPr/>
      <dgm:t>
        <a:bodyPr/>
        <a:lstStyle/>
        <a:p>
          <a:endParaRPr lang="en-IN"/>
        </a:p>
      </dgm:t>
    </dgm:pt>
    <dgm:pt modelId="{69A58761-58D9-49ED-B655-11874FAD8CDD}">
      <dgm:prSet phldrT="[Text]"/>
      <dgm:spPr/>
      <dgm:t>
        <a:bodyPr/>
        <a:lstStyle/>
        <a:p>
          <a:r>
            <a:rPr lang="en-US" dirty="0"/>
            <a:t>Industry 2.0</a:t>
          </a:r>
          <a:endParaRPr lang="en-IN" dirty="0"/>
        </a:p>
      </dgm:t>
    </dgm:pt>
    <dgm:pt modelId="{69C47172-493C-4D76-90E6-637CCFDEB680}" type="parTrans" cxnId="{2C71198B-47E2-4E9E-A54D-56E85E8776C5}">
      <dgm:prSet/>
      <dgm:spPr/>
      <dgm:t>
        <a:bodyPr/>
        <a:lstStyle/>
        <a:p>
          <a:endParaRPr lang="en-IN"/>
        </a:p>
      </dgm:t>
    </dgm:pt>
    <dgm:pt modelId="{47BA5BB4-CE7E-42FE-B32B-A8D9A3AC60A1}" type="sibTrans" cxnId="{2C71198B-47E2-4E9E-A54D-56E85E8776C5}">
      <dgm:prSet/>
      <dgm:spPr/>
      <dgm:t>
        <a:bodyPr/>
        <a:lstStyle/>
        <a:p>
          <a:endParaRPr lang="en-IN"/>
        </a:p>
      </dgm:t>
    </dgm:pt>
    <dgm:pt modelId="{A81D80C5-5F58-4AD9-B6E6-D26A19098C6C}">
      <dgm:prSet phldrT="[Text]"/>
      <dgm:spPr/>
      <dgm:t>
        <a:bodyPr/>
        <a:lstStyle/>
        <a:p>
          <a:r>
            <a:rPr lang="en-US" dirty="0"/>
            <a:t>Around 1840, </a:t>
          </a:r>
          <a:r>
            <a:rPr lang="en-US" b="0" i="0" dirty="0"/>
            <a:t>new technological systems were introduced, most notably superior electrical technology which allowed for even greater production and more sophisticated machines.</a:t>
          </a:r>
          <a:endParaRPr lang="en-IN" dirty="0"/>
        </a:p>
      </dgm:t>
    </dgm:pt>
    <dgm:pt modelId="{72AE898E-CB49-4415-8D2F-0B409D2CFCBF}" type="parTrans" cxnId="{888FBCE8-8B84-4298-BABF-A441FF89B682}">
      <dgm:prSet/>
      <dgm:spPr/>
      <dgm:t>
        <a:bodyPr/>
        <a:lstStyle/>
        <a:p>
          <a:endParaRPr lang="en-IN"/>
        </a:p>
      </dgm:t>
    </dgm:pt>
    <dgm:pt modelId="{9038DBF3-4D98-40CD-989B-CAA005DBB867}" type="sibTrans" cxnId="{888FBCE8-8B84-4298-BABF-A441FF89B682}">
      <dgm:prSet/>
      <dgm:spPr/>
      <dgm:t>
        <a:bodyPr/>
        <a:lstStyle/>
        <a:p>
          <a:endParaRPr lang="en-IN"/>
        </a:p>
      </dgm:t>
    </dgm:pt>
    <dgm:pt modelId="{442579F1-62FD-4889-9D86-6C898A675A81}">
      <dgm:prSet phldrT="[Text]" phldr="1"/>
      <dgm:spPr/>
      <dgm:t>
        <a:bodyPr/>
        <a:lstStyle/>
        <a:p>
          <a:endParaRPr lang="en-IN"/>
        </a:p>
      </dgm:t>
    </dgm:pt>
    <dgm:pt modelId="{4C281688-E923-4129-902D-C3FE62D220EC}" type="parTrans" cxnId="{EAE59750-EE80-4690-BBC5-8407B80A7D99}">
      <dgm:prSet/>
      <dgm:spPr/>
      <dgm:t>
        <a:bodyPr/>
        <a:lstStyle/>
        <a:p>
          <a:endParaRPr lang="en-IN"/>
        </a:p>
      </dgm:t>
    </dgm:pt>
    <dgm:pt modelId="{08FAEA31-B162-4847-8E5F-5BDF4E52AA49}" type="sibTrans" cxnId="{EAE59750-EE80-4690-BBC5-8407B80A7D99}">
      <dgm:prSet/>
      <dgm:spPr/>
      <dgm:t>
        <a:bodyPr/>
        <a:lstStyle/>
        <a:p>
          <a:endParaRPr lang="en-IN"/>
        </a:p>
      </dgm:t>
    </dgm:pt>
    <dgm:pt modelId="{9BA9899D-2ED2-4521-A7FA-31BB68F31D56}">
      <dgm:prSet phldrT="[Text]"/>
      <dgm:spPr/>
      <dgm:t>
        <a:bodyPr/>
        <a:lstStyle/>
        <a:p>
          <a:r>
            <a:rPr lang="en-US" dirty="0"/>
            <a:t>Industry 4.0</a:t>
          </a:r>
        </a:p>
      </dgm:t>
    </dgm:pt>
    <dgm:pt modelId="{BB2BC23E-7CB6-4C6D-A31E-4991EAD967BF}" type="parTrans" cxnId="{823A441D-8447-42AA-A7B3-A8D48DD17194}">
      <dgm:prSet/>
      <dgm:spPr/>
      <dgm:t>
        <a:bodyPr/>
        <a:lstStyle/>
        <a:p>
          <a:endParaRPr lang="en-IN"/>
        </a:p>
      </dgm:t>
    </dgm:pt>
    <dgm:pt modelId="{1819326A-0D9C-4EE7-A94D-2F1913D14D75}" type="sibTrans" cxnId="{823A441D-8447-42AA-A7B3-A8D48DD17194}">
      <dgm:prSet/>
      <dgm:spPr/>
      <dgm:t>
        <a:bodyPr/>
        <a:lstStyle/>
        <a:p>
          <a:endParaRPr lang="en-IN"/>
        </a:p>
      </dgm:t>
    </dgm:pt>
    <dgm:pt modelId="{4E843ABE-011B-4772-9DCA-3FDCC1AE441C}">
      <dgm:prSet phldrT="[Text]"/>
      <dgm:spPr/>
      <dgm:t>
        <a:bodyPr/>
        <a:lstStyle/>
        <a:p>
          <a:r>
            <a:rPr lang="en-US" dirty="0"/>
            <a:t>Industry 3.0</a:t>
          </a:r>
        </a:p>
      </dgm:t>
    </dgm:pt>
    <dgm:pt modelId="{32F992DC-A0D6-407E-B5AB-794795D213AB}" type="parTrans" cxnId="{1332C77A-B53A-4643-97B0-4241E9B39F2A}">
      <dgm:prSet/>
      <dgm:spPr/>
      <dgm:t>
        <a:bodyPr/>
        <a:lstStyle/>
        <a:p>
          <a:endParaRPr lang="en-IN"/>
        </a:p>
      </dgm:t>
    </dgm:pt>
    <dgm:pt modelId="{BCBCE0B8-C729-49B1-ACAB-9C457F2CC680}" type="sibTrans" cxnId="{1332C77A-B53A-4643-97B0-4241E9B39F2A}">
      <dgm:prSet/>
      <dgm:spPr/>
      <dgm:t>
        <a:bodyPr/>
        <a:lstStyle/>
        <a:p>
          <a:endParaRPr lang="en-IN"/>
        </a:p>
      </dgm:t>
    </dgm:pt>
    <dgm:pt modelId="{4B084F81-42BE-406E-AD2D-ECDCB88042B3}">
      <dgm:prSet/>
      <dgm:spPr/>
      <dgm:t>
        <a:bodyPr/>
        <a:lstStyle/>
        <a:p>
          <a:r>
            <a:rPr lang="en-US" b="0" i="0"/>
            <a:t>Around 1970 the Third Industrial Revolution involved the use of electronics and IT (Information Technology) to further automation in production. – Concept of automation entered industry</a:t>
          </a:r>
          <a:endParaRPr lang="en-IN"/>
        </a:p>
      </dgm:t>
    </dgm:pt>
    <dgm:pt modelId="{9B15C841-CFCC-4724-AC7A-2B728F5BE78D}" type="parTrans" cxnId="{FBEB1702-F438-4942-9FFB-CD33B1423510}">
      <dgm:prSet/>
      <dgm:spPr/>
      <dgm:t>
        <a:bodyPr/>
        <a:lstStyle/>
        <a:p>
          <a:endParaRPr lang="en-IN"/>
        </a:p>
      </dgm:t>
    </dgm:pt>
    <dgm:pt modelId="{AB72FC89-2F5C-4BF5-BDD4-617521B9596B}" type="sibTrans" cxnId="{FBEB1702-F438-4942-9FFB-CD33B1423510}">
      <dgm:prSet/>
      <dgm:spPr/>
      <dgm:t>
        <a:bodyPr/>
        <a:lstStyle/>
        <a:p>
          <a:endParaRPr lang="en-IN"/>
        </a:p>
      </dgm:t>
    </dgm:pt>
    <dgm:pt modelId="{FD3719A6-F4F2-42D5-8ECA-0444C6A9326A}">
      <dgm:prSet/>
      <dgm:spPr/>
      <dgm:t>
        <a:bodyPr/>
        <a:lstStyle/>
        <a:p>
          <a:endParaRPr lang="en-IN" dirty="0"/>
        </a:p>
      </dgm:t>
    </dgm:pt>
    <dgm:pt modelId="{F04DD37E-4569-4AB0-AEFD-9F7277A1D43C}" type="parTrans" cxnId="{D4EB35AE-0724-4359-8D17-FAB3BD1CA614}">
      <dgm:prSet/>
      <dgm:spPr/>
      <dgm:t>
        <a:bodyPr/>
        <a:lstStyle/>
        <a:p>
          <a:endParaRPr lang="en-IN"/>
        </a:p>
      </dgm:t>
    </dgm:pt>
    <dgm:pt modelId="{F955A307-D62E-45F3-992B-26AF63DAA453}" type="sibTrans" cxnId="{D4EB35AE-0724-4359-8D17-FAB3BD1CA614}">
      <dgm:prSet/>
      <dgm:spPr/>
      <dgm:t>
        <a:bodyPr/>
        <a:lstStyle/>
        <a:p>
          <a:endParaRPr lang="en-IN"/>
        </a:p>
      </dgm:t>
    </dgm:pt>
    <dgm:pt modelId="{BD52B412-53B7-40A1-9F85-A07256610EAB}">
      <dgm:prSet phldrT="[Text]"/>
      <dgm:spPr/>
      <dgm:t>
        <a:bodyPr/>
        <a:lstStyle/>
        <a:p>
          <a:r>
            <a:rPr lang="en-US" dirty="0"/>
            <a:t>Industry 5.0</a:t>
          </a:r>
        </a:p>
      </dgm:t>
    </dgm:pt>
    <dgm:pt modelId="{21606666-DA50-4BCD-99B6-8628F3CD4C49}" type="parTrans" cxnId="{19BE196F-7E70-4862-A25A-8E9673FA22BF}">
      <dgm:prSet/>
      <dgm:spPr/>
      <dgm:t>
        <a:bodyPr/>
        <a:lstStyle/>
        <a:p>
          <a:endParaRPr lang="en-IN"/>
        </a:p>
      </dgm:t>
    </dgm:pt>
    <dgm:pt modelId="{6A672EE4-1BDB-4EAD-877F-D8D60D5B30C3}" type="sibTrans" cxnId="{19BE196F-7E70-4862-A25A-8E9673FA22BF}">
      <dgm:prSet/>
      <dgm:spPr/>
      <dgm:t>
        <a:bodyPr/>
        <a:lstStyle/>
        <a:p>
          <a:endParaRPr lang="en-IN"/>
        </a:p>
      </dgm:t>
    </dgm:pt>
    <dgm:pt modelId="{7086E3AD-7C5F-4F80-A369-A2311CAB31B8}">
      <dgm:prSet/>
      <dgm:spPr/>
      <dgm:t>
        <a:bodyPr/>
        <a:lstStyle/>
        <a:p>
          <a:r>
            <a:rPr lang="en-US" b="0" i="0"/>
            <a:t>The Fourth industrial Revolution is the era of smart machines, storage systems and production facilities that can autonomously exchange information, trigger actions and control each other without human intervention.This exchange of information is made possible with the Industrial Internet of things (IIoT) as we know it today.</a:t>
          </a:r>
          <a:endParaRPr lang="en-IN"/>
        </a:p>
      </dgm:t>
    </dgm:pt>
    <dgm:pt modelId="{92F66474-AFAF-4071-99C5-18EA529869CF}" type="parTrans" cxnId="{5D968443-4FAA-45E5-95FA-0788A5143D4A}">
      <dgm:prSet/>
      <dgm:spPr/>
      <dgm:t>
        <a:bodyPr/>
        <a:lstStyle/>
        <a:p>
          <a:endParaRPr lang="en-IN"/>
        </a:p>
      </dgm:t>
    </dgm:pt>
    <dgm:pt modelId="{985EA096-98B4-488F-AA6A-65264FA0FD04}" type="sibTrans" cxnId="{5D968443-4FAA-45E5-95FA-0788A5143D4A}">
      <dgm:prSet/>
      <dgm:spPr/>
      <dgm:t>
        <a:bodyPr/>
        <a:lstStyle/>
        <a:p>
          <a:endParaRPr lang="en-IN"/>
        </a:p>
      </dgm:t>
    </dgm:pt>
    <dgm:pt modelId="{3CC15D04-D6EE-4198-9FC8-FBF173FBF41A}">
      <dgm:prSet/>
      <dgm:spPr/>
      <dgm:t>
        <a:bodyPr/>
        <a:lstStyle/>
        <a:p>
          <a:r>
            <a:rPr lang="en-US" b="0" i="0"/>
            <a:t>Industry 5.0 is the revolution in which man and machine reconcile and find ways to work together to improve the means and efficiency of production.</a:t>
          </a:r>
          <a:endParaRPr lang="en-US"/>
        </a:p>
      </dgm:t>
    </dgm:pt>
    <dgm:pt modelId="{370B69E8-76EB-4421-8FF9-4694FBCC590D}" type="parTrans" cxnId="{1C25FD66-F705-473A-A00B-4AD449C04284}">
      <dgm:prSet/>
      <dgm:spPr/>
      <dgm:t>
        <a:bodyPr/>
        <a:lstStyle/>
        <a:p>
          <a:endParaRPr lang="en-IN"/>
        </a:p>
      </dgm:t>
    </dgm:pt>
    <dgm:pt modelId="{4465E549-EF4C-4264-97EA-D71F3360211C}" type="sibTrans" cxnId="{1C25FD66-F705-473A-A00B-4AD449C04284}">
      <dgm:prSet/>
      <dgm:spPr/>
      <dgm:t>
        <a:bodyPr/>
        <a:lstStyle/>
        <a:p>
          <a:endParaRPr lang="en-IN"/>
        </a:p>
      </dgm:t>
    </dgm:pt>
    <dgm:pt modelId="{9F9B3D23-F57F-479E-A9E2-1E674146C5EE}" type="pres">
      <dgm:prSet presAssocID="{4E7E2364-B48F-4CBF-8966-3EBA6E787B16}" presName="linearFlow" presStyleCnt="0">
        <dgm:presLayoutVars>
          <dgm:dir/>
          <dgm:animLvl val="lvl"/>
          <dgm:resizeHandles val="exact"/>
        </dgm:presLayoutVars>
      </dgm:prSet>
      <dgm:spPr/>
    </dgm:pt>
    <dgm:pt modelId="{3E0216AC-9128-418D-99D9-357A2AC3150F}" type="pres">
      <dgm:prSet presAssocID="{8F7C003B-B45E-4A6C-A64A-6F43ACBF022B}" presName="composite" presStyleCnt="0"/>
      <dgm:spPr/>
    </dgm:pt>
    <dgm:pt modelId="{80112BF2-A566-4FF9-999C-3356EB71F0A1}" type="pres">
      <dgm:prSet presAssocID="{8F7C003B-B45E-4A6C-A64A-6F43ACBF022B}" presName="parentText" presStyleLbl="alignNode1" presStyleIdx="0" presStyleCnt="5">
        <dgm:presLayoutVars>
          <dgm:chMax val="1"/>
          <dgm:bulletEnabled val="1"/>
        </dgm:presLayoutVars>
      </dgm:prSet>
      <dgm:spPr/>
    </dgm:pt>
    <dgm:pt modelId="{861923AB-CA6F-46E8-8771-DCE8711A66D5}" type="pres">
      <dgm:prSet presAssocID="{8F7C003B-B45E-4A6C-A64A-6F43ACBF022B}" presName="descendantText" presStyleLbl="alignAcc1" presStyleIdx="0" presStyleCnt="5" custLinFactNeighborX="-428" custLinFactNeighborY="5076">
        <dgm:presLayoutVars>
          <dgm:bulletEnabled val="1"/>
        </dgm:presLayoutVars>
      </dgm:prSet>
      <dgm:spPr/>
    </dgm:pt>
    <dgm:pt modelId="{699974C0-13C9-450B-9248-C67F4FC729E3}" type="pres">
      <dgm:prSet presAssocID="{2E773F69-DCF8-4CE3-9CB6-D9A210FE7F66}" presName="sp" presStyleCnt="0"/>
      <dgm:spPr/>
    </dgm:pt>
    <dgm:pt modelId="{35CCA5A2-AE1B-4C50-BC63-9A0F37C2E567}" type="pres">
      <dgm:prSet presAssocID="{69A58761-58D9-49ED-B655-11874FAD8CDD}" presName="composite" presStyleCnt="0"/>
      <dgm:spPr/>
    </dgm:pt>
    <dgm:pt modelId="{3049B3A9-A3A9-426A-903C-C35DE0F05948}" type="pres">
      <dgm:prSet presAssocID="{69A58761-58D9-49ED-B655-11874FAD8CDD}" presName="parentText" presStyleLbl="alignNode1" presStyleIdx="1" presStyleCnt="5">
        <dgm:presLayoutVars>
          <dgm:chMax val="1"/>
          <dgm:bulletEnabled val="1"/>
        </dgm:presLayoutVars>
      </dgm:prSet>
      <dgm:spPr/>
    </dgm:pt>
    <dgm:pt modelId="{BFE2DAAC-5B3C-4EC0-A45D-FC68573CE952}" type="pres">
      <dgm:prSet presAssocID="{69A58761-58D9-49ED-B655-11874FAD8CDD}" presName="descendantText" presStyleLbl="alignAcc1" presStyleIdx="1" presStyleCnt="5">
        <dgm:presLayoutVars>
          <dgm:bulletEnabled val="1"/>
        </dgm:presLayoutVars>
      </dgm:prSet>
      <dgm:spPr/>
    </dgm:pt>
    <dgm:pt modelId="{03CBCFA6-5D88-41F7-9624-F038BBD1A1D3}" type="pres">
      <dgm:prSet presAssocID="{47BA5BB4-CE7E-42FE-B32B-A8D9A3AC60A1}" presName="sp" presStyleCnt="0"/>
      <dgm:spPr/>
    </dgm:pt>
    <dgm:pt modelId="{A52B54F9-6733-4CCC-AD11-F548F729C9E9}" type="pres">
      <dgm:prSet presAssocID="{4E843ABE-011B-4772-9DCA-3FDCC1AE441C}" presName="composite" presStyleCnt="0"/>
      <dgm:spPr/>
    </dgm:pt>
    <dgm:pt modelId="{9EDEE1CB-B1FE-4E11-9B25-8164DDD9B5F8}" type="pres">
      <dgm:prSet presAssocID="{4E843ABE-011B-4772-9DCA-3FDCC1AE441C}" presName="parentText" presStyleLbl="alignNode1" presStyleIdx="2" presStyleCnt="5">
        <dgm:presLayoutVars>
          <dgm:chMax val="1"/>
          <dgm:bulletEnabled val="1"/>
        </dgm:presLayoutVars>
      </dgm:prSet>
      <dgm:spPr/>
    </dgm:pt>
    <dgm:pt modelId="{48C22D36-4F4D-434D-A872-CDF596EA837E}" type="pres">
      <dgm:prSet presAssocID="{4E843ABE-011B-4772-9DCA-3FDCC1AE441C}" presName="descendantText" presStyleLbl="alignAcc1" presStyleIdx="2" presStyleCnt="5">
        <dgm:presLayoutVars>
          <dgm:bulletEnabled val="1"/>
        </dgm:presLayoutVars>
      </dgm:prSet>
      <dgm:spPr/>
    </dgm:pt>
    <dgm:pt modelId="{21CCE789-53FE-4152-AA19-94DFD97F1FA7}" type="pres">
      <dgm:prSet presAssocID="{BCBCE0B8-C729-49B1-ACAB-9C457F2CC680}" presName="sp" presStyleCnt="0"/>
      <dgm:spPr/>
    </dgm:pt>
    <dgm:pt modelId="{831D8475-BFFB-447A-9B7D-DE412D27D648}" type="pres">
      <dgm:prSet presAssocID="{9BA9899D-2ED2-4521-A7FA-31BB68F31D56}" presName="composite" presStyleCnt="0"/>
      <dgm:spPr/>
    </dgm:pt>
    <dgm:pt modelId="{9D9CCF76-DCB2-489C-9788-F777FAFF1075}" type="pres">
      <dgm:prSet presAssocID="{9BA9899D-2ED2-4521-A7FA-31BB68F31D56}" presName="parentText" presStyleLbl="alignNode1" presStyleIdx="3" presStyleCnt="5">
        <dgm:presLayoutVars>
          <dgm:chMax val="1"/>
          <dgm:bulletEnabled val="1"/>
        </dgm:presLayoutVars>
      </dgm:prSet>
      <dgm:spPr/>
    </dgm:pt>
    <dgm:pt modelId="{EB64F46C-DBDA-47A7-9404-CE1480713049}" type="pres">
      <dgm:prSet presAssocID="{9BA9899D-2ED2-4521-A7FA-31BB68F31D56}" presName="descendantText" presStyleLbl="alignAcc1" presStyleIdx="3" presStyleCnt="5">
        <dgm:presLayoutVars>
          <dgm:bulletEnabled val="1"/>
        </dgm:presLayoutVars>
      </dgm:prSet>
      <dgm:spPr/>
    </dgm:pt>
    <dgm:pt modelId="{8200B73C-A6CE-4F23-BEC6-DBBDB16134F8}" type="pres">
      <dgm:prSet presAssocID="{1819326A-0D9C-4EE7-A94D-2F1913D14D75}" presName="sp" presStyleCnt="0"/>
      <dgm:spPr/>
    </dgm:pt>
    <dgm:pt modelId="{212D0E48-13CF-4C61-899C-3D4A286436BC}" type="pres">
      <dgm:prSet presAssocID="{BD52B412-53B7-40A1-9F85-A07256610EAB}" presName="composite" presStyleCnt="0"/>
      <dgm:spPr/>
    </dgm:pt>
    <dgm:pt modelId="{BF65131A-9F6B-49EC-87AD-33F17EB353A5}" type="pres">
      <dgm:prSet presAssocID="{BD52B412-53B7-40A1-9F85-A07256610EAB}" presName="parentText" presStyleLbl="alignNode1" presStyleIdx="4" presStyleCnt="5">
        <dgm:presLayoutVars>
          <dgm:chMax val="1"/>
          <dgm:bulletEnabled val="1"/>
        </dgm:presLayoutVars>
      </dgm:prSet>
      <dgm:spPr/>
    </dgm:pt>
    <dgm:pt modelId="{B5383A9F-9D6F-45B5-8C90-F9004861FB3A}" type="pres">
      <dgm:prSet presAssocID="{BD52B412-53B7-40A1-9F85-A07256610EAB}" presName="descendantText" presStyleLbl="alignAcc1" presStyleIdx="4" presStyleCnt="5">
        <dgm:presLayoutVars>
          <dgm:bulletEnabled val="1"/>
        </dgm:presLayoutVars>
      </dgm:prSet>
      <dgm:spPr/>
    </dgm:pt>
  </dgm:ptLst>
  <dgm:cxnLst>
    <dgm:cxn modelId="{FBEB1702-F438-4942-9FFB-CD33B1423510}" srcId="{4E843ABE-011B-4772-9DCA-3FDCC1AE441C}" destId="{4B084F81-42BE-406E-AD2D-ECDCB88042B3}" srcOrd="0" destOrd="0" parTransId="{9B15C841-CFCC-4724-AC7A-2B728F5BE78D}" sibTransId="{AB72FC89-2F5C-4BF5-BDD4-617521B9596B}"/>
    <dgm:cxn modelId="{F6B44806-8C64-433E-8269-72D7B40B06AA}" type="presOf" srcId="{87BDD663-CEB5-49E1-BA17-F18B347AF70E}" destId="{861923AB-CA6F-46E8-8771-DCE8711A66D5}" srcOrd="0" destOrd="0" presId="urn:microsoft.com/office/officeart/2005/8/layout/chevron2"/>
    <dgm:cxn modelId="{823A441D-8447-42AA-A7B3-A8D48DD17194}" srcId="{4E7E2364-B48F-4CBF-8966-3EBA6E787B16}" destId="{9BA9899D-2ED2-4521-A7FA-31BB68F31D56}" srcOrd="3" destOrd="0" parTransId="{BB2BC23E-7CB6-4C6D-A31E-4991EAD967BF}" sibTransId="{1819326A-0D9C-4EE7-A94D-2F1913D14D75}"/>
    <dgm:cxn modelId="{87CE6023-0606-4807-930B-B06CEC1999B2}" type="presOf" srcId="{4E843ABE-011B-4772-9DCA-3FDCC1AE441C}" destId="{9EDEE1CB-B1FE-4E11-9B25-8164DDD9B5F8}" srcOrd="0" destOrd="0" presId="urn:microsoft.com/office/officeart/2005/8/layout/chevron2"/>
    <dgm:cxn modelId="{838B5036-FE34-4364-B445-8BFACECC25C3}" type="presOf" srcId="{7086E3AD-7C5F-4F80-A369-A2311CAB31B8}" destId="{EB64F46C-DBDA-47A7-9404-CE1480713049}" srcOrd="0" destOrd="0" presId="urn:microsoft.com/office/officeart/2005/8/layout/chevron2"/>
    <dgm:cxn modelId="{E3F8FC3F-AA94-489F-8349-D97C7A150053}" type="presOf" srcId="{3CC15D04-D6EE-4198-9FC8-FBF173FBF41A}" destId="{B5383A9F-9D6F-45B5-8C90-F9004861FB3A}" srcOrd="0" destOrd="1" presId="urn:microsoft.com/office/officeart/2005/8/layout/chevron2"/>
    <dgm:cxn modelId="{C0DCB060-24A2-436B-9025-82058C407D16}" srcId="{4E7E2364-B48F-4CBF-8966-3EBA6E787B16}" destId="{8F7C003B-B45E-4A6C-A64A-6F43ACBF022B}" srcOrd="0" destOrd="0" parTransId="{EC43515B-4FC9-491B-960D-2E02B9560B2F}" sibTransId="{2E773F69-DCF8-4CE3-9CB6-D9A210FE7F66}"/>
    <dgm:cxn modelId="{5D968443-4FAA-45E5-95FA-0788A5143D4A}" srcId="{9BA9899D-2ED2-4521-A7FA-31BB68F31D56}" destId="{7086E3AD-7C5F-4F80-A369-A2311CAB31B8}" srcOrd="0" destOrd="0" parTransId="{92F66474-AFAF-4071-99C5-18EA529869CF}" sibTransId="{985EA096-98B4-488F-AA6A-65264FA0FD04}"/>
    <dgm:cxn modelId="{F4D36664-555E-4922-9A53-A7A87932DD8A}" type="presOf" srcId="{A81D80C5-5F58-4AD9-B6E6-D26A19098C6C}" destId="{BFE2DAAC-5B3C-4EC0-A45D-FC68573CE952}" srcOrd="0" destOrd="0" presId="urn:microsoft.com/office/officeart/2005/8/layout/chevron2"/>
    <dgm:cxn modelId="{1C25FD66-F705-473A-A00B-4AD449C04284}" srcId="{BD52B412-53B7-40A1-9F85-A07256610EAB}" destId="{3CC15D04-D6EE-4198-9FC8-FBF173FBF41A}" srcOrd="1" destOrd="0" parTransId="{370B69E8-76EB-4421-8FF9-4694FBCC590D}" sibTransId="{4465E549-EF4C-4264-97EA-D71F3360211C}"/>
    <dgm:cxn modelId="{19BE196F-7E70-4862-A25A-8E9673FA22BF}" srcId="{4E7E2364-B48F-4CBF-8966-3EBA6E787B16}" destId="{BD52B412-53B7-40A1-9F85-A07256610EAB}" srcOrd="4" destOrd="0" parTransId="{21606666-DA50-4BCD-99B6-8628F3CD4C49}" sibTransId="{6A672EE4-1BDB-4EAD-877F-D8D60D5B30C3}"/>
    <dgm:cxn modelId="{AA641C6F-4EB8-4394-858F-53E297A5EB0A}" type="presOf" srcId="{442579F1-62FD-4889-9D86-6C898A675A81}" destId="{BFE2DAAC-5B3C-4EC0-A45D-FC68573CE952}" srcOrd="0" destOrd="1" presId="urn:microsoft.com/office/officeart/2005/8/layout/chevron2"/>
    <dgm:cxn modelId="{EAE59750-EE80-4690-BBC5-8407B80A7D99}" srcId="{69A58761-58D9-49ED-B655-11874FAD8CDD}" destId="{442579F1-62FD-4889-9D86-6C898A675A81}" srcOrd="1" destOrd="0" parTransId="{4C281688-E923-4129-902D-C3FE62D220EC}" sibTransId="{08FAEA31-B162-4847-8E5F-5BDF4E52AA49}"/>
    <dgm:cxn modelId="{5E0EAF72-7535-4A35-9CAC-EAE0ED10EC8E}" type="presOf" srcId="{69A58761-58D9-49ED-B655-11874FAD8CDD}" destId="{3049B3A9-A3A9-426A-903C-C35DE0F05948}" srcOrd="0" destOrd="0" presId="urn:microsoft.com/office/officeart/2005/8/layout/chevron2"/>
    <dgm:cxn modelId="{08743C57-72D7-4B03-878E-89C319A06C67}" type="presOf" srcId="{BD52B412-53B7-40A1-9F85-A07256610EAB}" destId="{BF65131A-9F6B-49EC-87AD-33F17EB353A5}" srcOrd="0" destOrd="0" presId="urn:microsoft.com/office/officeart/2005/8/layout/chevron2"/>
    <dgm:cxn modelId="{1332C77A-B53A-4643-97B0-4241E9B39F2A}" srcId="{4E7E2364-B48F-4CBF-8966-3EBA6E787B16}" destId="{4E843ABE-011B-4772-9DCA-3FDCC1AE441C}" srcOrd="2" destOrd="0" parTransId="{32F992DC-A0D6-407E-B5AB-794795D213AB}" sibTransId="{BCBCE0B8-C729-49B1-ACAB-9C457F2CC680}"/>
    <dgm:cxn modelId="{CF5A4A7D-BE33-4964-BCC4-D125CB851F09}" type="presOf" srcId="{4E7E2364-B48F-4CBF-8966-3EBA6E787B16}" destId="{9F9B3D23-F57F-479E-A9E2-1E674146C5EE}" srcOrd="0" destOrd="0" presId="urn:microsoft.com/office/officeart/2005/8/layout/chevron2"/>
    <dgm:cxn modelId="{2C71198B-47E2-4E9E-A54D-56E85E8776C5}" srcId="{4E7E2364-B48F-4CBF-8966-3EBA6E787B16}" destId="{69A58761-58D9-49ED-B655-11874FAD8CDD}" srcOrd="1" destOrd="0" parTransId="{69C47172-493C-4D76-90E6-637CCFDEB680}" sibTransId="{47BA5BB4-CE7E-42FE-B32B-A8D9A3AC60A1}"/>
    <dgm:cxn modelId="{0134CA9E-B3A5-4F4E-8FB2-01605F1E1CC5}" type="presOf" srcId="{FD3719A6-F4F2-42D5-8ECA-0444C6A9326A}" destId="{B5383A9F-9D6F-45B5-8C90-F9004861FB3A}" srcOrd="0" destOrd="0" presId="urn:microsoft.com/office/officeart/2005/8/layout/chevron2"/>
    <dgm:cxn modelId="{A5FA2CA4-02B5-41CC-BB04-C2739C910D51}" srcId="{8F7C003B-B45E-4A6C-A64A-6F43ACBF022B}" destId="{87BDD663-CEB5-49E1-BA17-F18B347AF70E}" srcOrd="0" destOrd="0" parTransId="{D43490A4-A5A6-4278-9242-A7519111392C}" sibTransId="{19C661AD-30D4-44E3-A87F-31B5617E454B}"/>
    <dgm:cxn modelId="{1F3253AD-9544-4409-ADE5-732451C6A5E3}" type="presOf" srcId="{8F7C003B-B45E-4A6C-A64A-6F43ACBF022B}" destId="{80112BF2-A566-4FF9-999C-3356EB71F0A1}" srcOrd="0" destOrd="0" presId="urn:microsoft.com/office/officeart/2005/8/layout/chevron2"/>
    <dgm:cxn modelId="{D4EB35AE-0724-4359-8D17-FAB3BD1CA614}" srcId="{BD52B412-53B7-40A1-9F85-A07256610EAB}" destId="{FD3719A6-F4F2-42D5-8ECA-0444C6A9326A}" srcOrd="0" destOrd="0" parTransId="{F04DD37E-4569-4AB0-AEFD-9F7277A1D43C}" sibTransId="{F955A307-D62E-45F3-992B-26AF63DAA453}"/>
    <dgm:cxn modelId="{888FBCE8-8B84-4298-BABF-A441FF89B682}" srcId="{69A58761-58D9-49ED-B655-11874FAD8CDD}" destId="{A81D80C5-5F58-4AD9-B6E6-D26A19098C6C}" srcOrd="0" destOrd="0" parTransId="{72AE898E-CB49-4415-8D2F-0B409D2CFCBF}" sibTransId="{9038DBF3-4D98-40CD-989B-CAA005DBB867}"/>
    <dgm:cxn modelId="{D16AF1E8-529E-4D1F-8AA4-0C49FE152A1F}" type="presOf" srcId="{9BA9899D-2ED2-4521-A7FA-31BB68F31D56}" destId="{9D9CCF76-DCB2-489C-9788-F777FAFF1075}" srcOrd="0" destOrd="0" presId="urn:microsoft.com/office/officeart/2005/8/layout/chevron2"/>
    <dgm:cxn modelId="{8E75A1F3-4331-48D1-9565-F96901D800F1}" type="presOf" srcId="{4B084F81-42BE-406E-AD2D-ECDCB88042B3}" destId="{48C22D36-4F4D-434D-A872-CDF596EA837E}" srcOrd="0" destOrd="0" presId="urn:microsoft.com/office/officeart/2005/8/layout/chevron2"/>
    <dgm:cxn modelId="{6936C4B0-9207-4388-B36D-2768F0CF3D70}" type="presParOf" srcId="{9F9B3D23-F57F-479E-A9E2-1E674146C5EE}" destId="{3E0216AC-9128-418D-99D9-357A2AC3150F}" srcOrd="0" destOrd="0" presId="urn:microsoft.com/office/officeart/2005/8/layout/chevron2"/>
    <dgm:cxn modelId="{0B4AED1E-39AD-4644-A18A-1F04869A9112}" type="presParOf" srcId="{3E0216AC-9128-418D-99D9-357A2AC3150F}" destId="{80112BF2-A566-4FF9-999C-3356EB71F0A1}" srcOrd="0" destOrd="0" presId="urn:microsoft.com/office/officeart/2005/8/layout/chevron2"/>
    <dgm:cxn modelId="{7DB0E7C2-CDE9-4B0A-A1A8-E46542608435}" type="presParOf" srcId="{3E0216AC-9128-418D-99D9-357A2AC3150F}" destId="{861923AB-CA6F-46E8-8771-DCE8711A66D5}" srcOrd="1" destOrd="0" presId="urn:microsoft.com/office/officeart/2005/8/layout/chevron2"/>
    <dgm:cxn modelId="{10C9D1EC-801A-4401-B924-0EAE76459DDB}" type="presParOf" srcId="{9F9B3D23-F57F-479E-A9E2-1E674146C5EE}" destId="{699974C0-13C9-450B-9248-C67F4FC729E3}" srcOrd="1" destOrd="0" presId="urn:microsoft.com/office/officeart/2005/8/layout/chevron2"/>
    <dgm:cxn modelId="{0721D8AC-6988-4532-B78E-AB5F8044D978}" type="presParOf" srcId="{9F9B3D23-F57F-479E-A9E2-1E674146C5EE}" destId="{35CCA5A2-AE1B-4C50-BC63-9A0F37C2E567}" srcOrd="2" destOrd="0" presId="urn:microsoft.com/office/officeart/2005/8/layout/chevron2"/>
    <dgm:cxn modelId="{EA8FBDFA-E932-48B0-878B-0900C8DCA463}" type="presParOf" srcId="{35CCA5A2-AE1B-4C50-BC63-9A0F37C2E567}" destId="{3049B3A9-A3A9-426A-903C-C35DE0F05948}" srcOrd="0" destOrd="0" presId="urn:microsoft.com/office/officeart/2005/8/layout/chevron2"/>
    <dgm:cxn modelId="{B56F601E-6BC8-49D6-8C16-0FA3AF01B217}" type="presParOf" srcId="{35CCA5A2-AE1B-4C50-BC63-9A0F37C2E567}" destId="{BFE2DAAC-5B3C-4EC0-A45D-FC68573CE952}" srcOrd="1" destOrd="0" presId="urn:microsoft.com/office/officeart/2005/8/layout/chevron2"/>
    <dgm:cxn modelId="{72C190C5-36E6-4279-B58C-47911D3A8864}" type="presParOf" srcId="{9F9B3D23-F57F-479E-A9E2-1E674146C5EE}" destId="{03CBCFA6-5D88-41F7-9624-F038BBD1A1D3}" srcOrd="3" destOrd="0" presId="urn:microsoft.com/office/officeart/2005/8/layout/chevron2"/>
    <dgm:cxn modelId="{88AF3574-5F63-4F26-8C2D-E50B92E71660}" type="presParOf" srcId="{9F9B3D23-F57F-479E-A9E2-1E674146C5EE}" destId="{A52B54F9-6733-4CCC-AD11-F548F729C9E9}" srcOrd="4" destOrd="0" presId="urn:microsoft.com/office/officeart/2005/8/layout/chevron2"/>
    <dgm:cxn modelId="{AEB58614-3218-404C-963E-81E8C033E175}" type="presParOf" srcId="{A52B54F9-6733-4CCC-AD11-F548F729C9E9}" destId="{9EDEE1CB-B1FE-4E11-9B25-8164DDD9B5F8}" srcOrd="0" destOrd="0" presId="urn:microsoft.com/office/officeart/2005/8/layout/chevron2"/>
    <dgm:cxn modelId="{AB998C8E-4C30-4739-B484-6EEE34DE9FC2}" type="presParOf" srcId="{A52B54F9-6733-4CCC-AD11-F548F729C9E9}" destId="{48C22D36-4F4D-434D-A872-CDF596EA837E}" srcOrd="1" destOrd="0" presId="urn:microsoft.com/office/officeart/2005/8/layout/chevron2"/>
    <dgm:cxn modelId="{DDF30C18-C346-4493-B3FE-420F738DD3A2}" type="presParOf" srcId="{9F9B3D23-F57F-479E-A9E2-1E674146C5EE}" destId="{21CCE789-53FE-4152-AA19-94DFD97F1FA7}" srcOrd="5" destOrd="0" presId="urn:microsoft.com/office/officeart/2005/8/layout/chevron2"/>
    <dgm:cxn modelId="{DE25FF10-4987-4931-B349-BD59D8265E6C}" type="presParOf" srcId="{9F9B3D23-F57F-479E-A9E2-1E674146C5EE}" destId="{831D8475-BFFB-447A-9B7D-DE412D27D648}" srcOrd="6" destOrd="0" presId="urn:microsoft.com/office/officeart/2005/8/layout/chevron2"/>
    <dgm:cxn modelId="{5BF54D51-9395-4457-BE54-463671B8A980}" type="presParOf" srcId="{831D8475-BFFB-447A-9B7D-DE412D27D648}" destId="{9D9CCF76-DCB2-489C-9788-F777FAFF1075}" srcOrd="0" destOrd="0" presId="urn:microsoft.com/office/officeart/2005/8/layout/chevron2"/>
    <dgm:cxn modelId="{44C4E13E-A81B-47FC-BB2C-1BDF50EC5573}" type="presParOf" srcId="{831D8475-BFFB-447A-9B7D-DE412D27D648}" destId="{EB64F46C-DBDA-47A7-9404-CE1480713049}" srcOrd="1" destOrd="0" presId="urn:microsoft.com/office/officeart/2005/8/layout/chevron2"/>
    <dgm:cxn modelId="{36688FDA-54A5-4253-B3C9-CFFCED7706FC}" type="presParOf" srcId="{9F9B3D23-F57F-479E-A9E2-1E674146C5EE}" destId="{8200B73C-A6CE-4F23-BEC6-DBBDB16134F8}" srcOrd="7" destOrd="0" presId="urn:microsoft.com/office/officeart/2005/8/layout/chevron2"/>
    <dgm:cxn modelId="{4D6C04CC-EE35-4F32-BED8-9275E24869EF}" type="presParOf" srcId="{9F9B3D23-F57F-479E-A9E2-1E674146C5EE}" destId="{212D0E48-13CF-4C61-899C-3D4A286436BC}" srcOrd="8" destOrd="0" presId="urn:microsoft.com/office/officeart/2005/8/layout/chevron2"/>
    <dgm:cxn modelId="{CDA7CAC8-A85F-428D-A133-5A0031F24DBE}" type="presParOf" srcId="{212D0E48-13CF-4C61-899C-3D4A286436BC}" destId="{BF65131A-9F6B-49EC-87AD-33F17EB353A5}" srcOrd="0" destOrd="0" presId="urn:microsoft.com/office/officeart/2005/8/layout/chevron2"/>
    <dgm:cxn modelId="{7D224E6E-214E-49E4-AAB3-B7B03891935B}" type="presParOf" srcId="{212D0E48-13CF-4C61-899C-3D4A286436BC}" destId="{B5383A9F-9D6F-45B5-8C90-F9004861FB3A}"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B122E83-3736-451A-B2D2-54C2AB2D99A3}" type="doc">
      <dgm:prSet loTypeId="urn:microsoft.com/office/officeart/2005/8/layout/process1" loCatId="process" qsTypeId="urn:microsoft.com/office/officeart/2005/8/quickstyle/simple1" qsCatId="simple" csTypeId="urn:microsoft.com/office/officeart/2005/8/colors/accent1_2" csCatId="accent1" phldr="1"/>
      <dgm:spPr/>
    </dgm:pt>
    <dgm:pt modelId="{DDBC64EA-BB1C-46C8-B6CA-4B1F48A2FE6E}">
      <dgm:prSet phldrT="[Text]"/>
      <dgm:spPr/>
      <dgm:t>
        <a:bodyPr/>
        <a:lstStyle/>
        <a:p>
          <a:r>
            <a:rPr lang="en-IN" b="1" i="0" dirty="0">
              <a:solidFill>
                <a:srgbClr val="FF0000"/>
              </a:solidFill>
            </a:rPr>
            <a:t>1969:</a:t>
          </a:r>
          <a:r>
            <a:rPr lang="en-IN" b="0" i="0" dirty="0">
              <a:solidFill>
                <a:srgbClr val="FF0000"/>
              </a:solidFill>
            </a:rPr>
            <a:t> </a:t>
          </a:r>
          <a:r>
            <a:rPr lang="en-IN" b="0" i="0" dirty="0">
              <a:solidFill>
                <a:srgbClr val="FF0000"/>
              </a:solidFill>
              <a:hlinkClick xmlns:r="http://schemas.openxmlformats.org/officeDocument/2006/relationships" r:id="rId1">
                <a:extLst>
                  <a:ext uri="{A12FA001-AC4F-418D-AE19-62706E023703}">
                    <ahyp:hlinkClr xmlns:ahyp="http://schemas.microsoft.com/office/drawing/2018/hyperlinkcolor" val="tx"/>
                  </a:ext>
                </a:extLst>
              </a:hlinkClick>
            </a:rPr>
            <a:t>Arpanet</a:t>
          </a:r>
          <a:endParaRPr lang="en-IN" dirty="0">
            <a:solidFill>
              <a:srgbClr val="FF0000"/>
            </a:solidFill>
          </a:endParaRPr>
        </a:p>
      </dgm:t>
    </dgm:pt>
    <dgm:pt modelId="{61C02D34-659A-4A7B-BC3A-F1101DBF59EA}" type="parTrans" cxnId="{4F85B857-01E3-42F5-93D9-114268E21E53}">
      <dgm:prSet/>
      <dgm:spPr/>
      <dgm:t>
        <a:bodyPr/>
        <a:lstStyle/>
        <a:p>
          <a:endParaRPr lang="en-IN"/>
        </a:p>
      </dgm:t>
    </dgm:pt>
    <dgm:pt modelId="{7ECE3919-F9D5-44B3-A515-68BA2FEFB7F0}" type="sibTrans" cxnId="{4F85B857-01E3-42F5-93D9-114268E21E53}">
      <dgm:prSet/>
      <dgm:spPr/>
      <dgm:t>
        <a:bodyPr/>
        <a:lstStyle/>
        <a:p>
          <a:endParaRPr lang="en-IN"/>
        </a:p>
      </dgm:t>
    </dgm:pt>
    <dgm:pt modelId="{BB30F580-98D9-4BB3-80D4-D91C1F4C2A57}">
      <dgm:prSet phldrT="[Text]"/>
      <dgm:spPr/>
      <dgm:t>
        <a:bodyPr/>
        <a:lstStyle/>
        <a:p>
          <a:r>
            <a:rPr lang="en-IN" b="0" i="0" dirty="0">
              <a:solidFill>
                <a:srgbClr val="FF0000"/>
              </a:solidFill>
            </a:rPr>
            <a:t>Beginnings of </a:t>
          </a:r>
          <a:r>
            <a:rPr lang="en-IN" b="0" i="0" dirty="0">
              <a:solidFill>
                <a:srgbClr val="FF0000"/>
              </a:solidFill>
              <a:hlinkClick xmlns:r="http://schemas.openxmlformats.org/officeDocument/2006/relationships" r:id="rId2">
                <a:extLst>
                  <a:ext uri="{A12FA001-AC4F-418D-AE19-62706E023703}">
                    <ahyp:hlinkClr xmlns:ahyp="http://schemas.microsoft.com/office/drawing/2018/hyperlinkcolor" val="tx"/>
                  </a:ext>
                </a:extLst>
              </a:hlinkClick>
            </a:rPr>
            <a:t>TCP/IP</a:t>
          </a:r>
          <a:endParaRPr lang="en-IN" dirty="0">
            <a:solidFill>
              <a:srgbClr val="FF0000"/>
            </a:solidFill>
          </a:endParaRPr>
        </a:p>
      </dgm:t>
    </dgm:pt>
    <dgm:pt modelId="{77C73B6C-A615-4D19-BFC5-A8EDA74EB43F}" type="parTrans" cxnId="{C2139049-1314-408E-B7BE-56FE5DE838AD}">
      <dgm:prSet/>
      <dgm:spPr/>
      <dgm:t>
        <a:bodyPr/>
        <a:lstStyle/>
        <a:p>
          <a:endParaRPr lang="en-IN"/>
        </a:p>
      </dgm:t>
    </dgm:pt>
    <dgm:pt modelId="{E384CE11-0423-43B3-B7F4-92A389AFDC66}" type="sibTrans" cxnId="{C2139049-1314-408E-B7BE-56FE5DE838AD}">
      <dgm:prSet/>
      <dgm:spPr/>
      <dgm:t>
        <a:bodyPr/>
        <a:lstStyle/>
        <a:p>
          <a:endParaRPr lang="en-IN"/>
        </a:p>
      </dgm:t>
    </dgm:pt>
    <dgm:pt modelId="{E7842421-99E0-485E-A296-611B08FC01BD}">
      <dgm:prSet phldrT="[Text]"/>
      <dgm:spPr/>
      <dgm:t>
        <a:bodyPr/>
        <a:lstStyle/>
        <a:p>
          <a:r>
            <a:rPr lang="en-IN" b="1" i="0" dirty="0">
              <a:solidFill>
                <a:srgbClr val="FF0000"/>
              </a:solidFill>
            </a:rPr>
            <a:t>1984</a:t>
          </a:r>
          <a:r>
            <a:rPr lang="en-IN" b="0" i="0" dirty="0">
              <a:solidFill>
                <a:srgbClr val="FF0000"/>
              </a:solidFill>
            </a:rPr>
            <a:t>: </a:t>
          </a:r>
          <a:r>
            <a:rPr lang="en-IN" b="0" i="0" dirty="0">
              <a:solidFill>
                <a:srgbClr val="FF0000"/>
              </a:solidFill>
              <a:hlinkClick xmlns:r="http://schemas.openxmlformats.org/officeDocument/2006/relationships" r:id="rId3">
                <a:extLst>
                  <a:ext uri="{A12FA001-AC4F-418D-AE19-62706E023703}">
                    <ahyp:hlinkClr xmlns:ahyp="http://schemas.microsoft.com/office/drawing/2018/hyperlinkcolor" val="tx"/>
                  </a:ext>
                </a:extLst>
              </a:hlinkClick>
            </a:rPr>
            <a:t>Domain Name System</a:t>
          </a:r>
          <a:r>
            <a:rPr lang="en-IN" b="0" i="0" dirty="0">
              <a:solidFill>
                <a:srgbClr val="FF0000"/>
              </a:solidFill>
            </a:rPr>
            <a:t> </a:t>
          </a:r>
          <a:endParaRPr lang="en-IN" dirty="0">
            <a:solidFill>
              <a:srgbClr val="FF0000"/>
            </a:solidFill>
          </a:endParaRPr>
        </a:p>
      </dgm:t>
    </dgm:pt>
    <dgm:pt modelId="{12FF7257-69E7-4E59-B88C-45526E9BE4CB}" type="parTrans" cxnId="{22B73E28-883A-4293-A3DD-CCFCD2099247}">
      <dgm:prSet/>
      <dgm:spPr/>
      <dgm:t>
        <a:bodyPr/>
        <a:lstStyle/>
        <a:p>
          <a:endParaRPr lang="en-IN"/>
        </a:p>
      </dgm:t>
    </dgm:pt>
    <dgm:pt modelId="{B47BB41B-8210-4BE4-BA5F-5F8EEBEA790F}" type="sibTrans" cxnId="{22B73E28-883A-4293-A3DD-CCFCD2099247}">
      <dgm:prSet/>
      <dgm:spPr/>
      <dgm:t>
        <a:bodyPr/>
        <a:lstStyle/>
        <a:p>
          <a:endParaRPr lang="en-IN"/>
        </a:p>
      </dgm:t>
    </dgm:pt>
    <dgm:pt modelId="{3ABC1A89-59AE-414A-B2D1-D4C1FA1429E1}">
      <dgm:prSet phldrT="[Text]"/>
      <dgm:spPr/>
      <dgm:t>
        <a:bodyPr/>
        <a:lstStyle/>
        <a:p>
          <a:r>
            <a:rPr lang="en-US" b="1" i="0" dirty="0">
              <a:solidFill>
                <a:srgbClr val="FF0000"/>
              </a:solidFill>
            </a:rPr>
            <a:t>1989</a:t>
          </a:r>
          <a:r>
            <a:rPr lang="en-US" b="0" i="0" dirty="0">
              <a:solidFill>
                <a:srgbClr val="FF0000"/>
              </a:solidFill>
            </a:rPr>
            <a:t>: Tim Berners-Lee proposes the </a:t>
          </a:r>
          <a:r>
            <a:rPr lang="en-US" b="0" i="0" dirty="0">
              <a:solidFill>
                <a:srgbClr val="FF0000"/>
              </a:solidFill>
              <a:hlinkClick xmlns:r="http://schemas.openxmlformats.org/officeDocument/2006/relationships" r:id="rId4">
                <a:extLst>
                  <a:ext uri="{A12FA001-AC4F-418D-AE19-62706E023703}">
                    <ahyp:hlinkClr xmlns:ahyp="http://schemas.microsoft.com/office/drawing/2018/hyperlinkcolor" val="tx"/>
                  </a:ext>
                </a:extLst>
              </a:hlinkClick>
            </a:rPr>
            <a:t>World Wide Web</a:t>
          </a:r>
          <a:endParaRPr lang="en-IN" dirty="0">
            <a:solidFill>
              <a:srgbClr val="FF0000"/>
            </a:solidFill>
          </a:endParaRPr>
        </a:p>
      </dgm:t>
    </dgm:pt>
    <dgm:pt modelId="{11288648-1878-4132-9BB5-886152F7C292}" type="parTrans" cxnId="{638208CA-464C-43CD-A561-CCC8D36753D5}">
      <dgm:prSet/>
      <dgm:spPr/>
      <dgm:t>
        <a:bodyPr/>
        <a:lstStyle/>
        <a:p>
          <a:endParaRPr lang="en-IN"/>
        </a:p>
      </dgm:t>
    </dgm:pt>
    <dgm:pt modelId="{783B6165-E5C9-49C0-ADFA-B771F87195C4}" type="sibTrans" cxnId="{638208CA-464C-43CD-A561-CCC8D36753D5}">
      <dgm:prSet/>
      <dgm:spPr/>
      <dgm:t>
        <a:bodyPr/>
        <a:lstStyle/>
        <a:p>
          <a:endParaRPr lang="en-IN"/>
        </a:p>
      </dgm:t>
    </dgm:pt>
    <dgm:pt modelId="{08CA4F89-7443-4C45-BB32-DA43B6CC5E5B}">
      <dgm:prSet phldrT="[Text]"/>
      <dgm:spPr/>
      <dgm:t>
        <a:bodyPr/>
        <a:lstStyle/>
        <a:p>
          <a:r>
            <a:rPr lang="en-US" b="1" i="0" dirty="0">
              <a:solidFill>
                <a:srgbClr val="FF0000"/>
              </a:solidFill>
            </a:rPr>
            <a:t>1990</a:t>
          </a:r>
          <a:r>
            <a:rPr lang="en-US" b="0" i="0" dirty="0">
              <a:solidFill>
                <a:srgbClr val="FF0000"/>
              </a:solidFill>
            </a:rPr>
            <a:t>: Considered the first IoT device, </a:t>
          </a:r>
          <a:r>
            <a:rPr lang="en-US" b="0" i="0" dirty="0">
              <a:solidFill>
                <a:srgbClr val="FF0000"/>
              </a:solidFill>
              <a:hlinkClick xmlns:r="http://schemas.openxmlformats.org/officeDocument/2006/relationships" r:id="rId5">
                <a:extLst>
                  <a:ext uri="{A12FA001-AC4F-418D-AE19-62706E023703}">
                    <ahyp:hlinkClr xmlns:ahyp="http://schemas.microsoft.com/office/drawing/2018/hyperlinkcolor" val="tx"/>
                  </a:ext>
                </a:extLst>
              </a:hlinkClick>
            </a:rPr>
            <a:t>John </a:t>
          </a:r>
          <a:r>
            <a:rPr lang="en-US" b="0" i="0" dirty="0" err="1">
              <a:solidFill>
                <a:srgbClr val="FF0000"/>
              </a:solidFill>
              <a:hlinkClick xmlns:r="http://schemas.openxmlformats.org/officeDocument/2006/relationships" r:id="rId5">
                <a:extLst>
                  <a:ext uri="{A12FA001-AC4F-418D-AE19-62706E023703}">
                    <ahyp:hlinkClr xmlns:ahyp="http://schemas.microsoft.com/office/drawing/2018/hyperlinkcolor" val="tx"/>
                  </a:ext>
                </a:extLst>
              </a:hlinkClick>
            </a:rPr>
            <a:t>Romkey</a:t>
          </a:r>
          <a:r>
            <a:rPr lang="en-US" b="0" i="0" dirty="0">
              <a:solidFill>
                <a:srgbClr val="FF0000"/>
              </a:solidFill>
            </a:rPr>
            <a:t> created a toaster that could be turned on and off over the Internet</a:t>
          </a:r>
          <a:endParaRPr lang="en-IN" dirty="0">
            <a:solidFill>
              <a:srgbClr val="FF0000"/>
            </a:solidFill>
          </a:endParaRPr>
        </a:p>
      </dgm:t>
    </dgm:pt>
    <dgm:pt modelId="{3306F792-0746-4FC4-9B88-C3628F8BB4C2}" type="parTrans" cxnId="{548711B4-4FD8-40D6-9972-62CB0E00CCE7}">
      <dgm:prSet/>
      <dgm:spPr/>
      <dgm:t>
        <a:bodyPr/>
        <a:lstStyle/>
        <a:p>
          <a:endParaRPr lang="en-IN"/>
        </a:p>
      </dgm:t>
    </dgm:pt>
    <dgm:pt modelId="{D099DB70-5E9A-40DD-8C9E-C46E14306CE2}" type="sibTrans" cxnId="{548711B4-4FD8-40D6-9972-62CB0E00CCE7}">
      <dgm:prSet/>
      <dgm:spPr/>
      <dgm:t>
        <a:bodyPr/>
        <a:lstStyle/>
        <a:p>
          <a:endParaRPr lang="en-IN"/>
        </a:p>
      </dgm:t>
    </dgm:pt>
    <dgm:pt modelId="{45A4A6E5-44B9-4DCB-BE4A-D1377E0765AD}">
      <dgm:prSet phldrT="[Text]"/>
      <dgm:spPr/>
      <dgm:t>
        <a:bodyPr/>
        <a:lstStyle/>
        <a:p>
          <a:r>
            <a:rPr lang="en-US" b="0" i="0" dirty="0">
              <a:solidFill>
                <a:srgbClr val="FF0000"/>
              </a:solidFill>
            </a:rPr>
            <a:t>The Internet of Things term is coined by </a:t>
          </a:r>
          <a:r>
            <a:rPr lang="en-US" b="0" i="0" dirty="0">
              <a:solidFill>
                <a:srgbClr val="FF0000"/>
              </a:solidFill>
              <a:hlinkClick xmlns:r="http://schemas.openxmlformats.org/officeDocument/2006/relationships" r:id="rId6">
                <a:extLst>
                  <a:ext uri="{A12FA001-AC4F-418D-AE19-62706E023703}">
                    <ahyp:hlinkClr xmlns:ahyp="http://schemas.microsoft.com/office/drawing/2018/hyperlinkcolor" val="tx"/>
                  </a:ext>
                </a:extLst>
              </a:hlinkClick>
            </a:rPr>
            <a:t>Kevin Ashton</a:t>
          </a:r>
          <a:r>
            <a:rPr lang="en-US" b="0" i="0" dirty="0">
              <a:solidFill>
                <a:srgbClr val="FF0000"/>
              </a:solidFill>
            </a:rPr>
            <a:t> </a:t>
          </a:r>
          <a:endParaRPr lang="en-IN" dirty="0">
            <a:solidFill>
              <a:srgbClr val="FF0000"/>
            </a:solidFill>
          </a:endParaRPr>
        </a:p>
      </dgm:t>
    </dgm:pt>
    <dgm:pt modelId="{3C3A4714-D196-417A-A4C2-6F902E9B66A1}" type="parTrans" cxnId="{C797E432-58AD-4001-83AE-1801E74E1803}">
      <dgm:prSet/>
      <dgm:spPr/>
      <dgm:t>
        <a:bodyPr/>
        <a:lstStyle/>
        <a:p>
          <a:endParaRPr lang="en-IN"/>
        </a:p>
      </dgm:t>
    </dgm:pt>
    <dgm:pt modelId="{E4546CB5-825A-44E7-B0CB-B8D982A35AC9}" type="sibTrans" cxnId="{C797E432-58AD-4001-83AE-1801E74E1803}">
      <dgm:prSet/>
      <dgm:spPr/>
      <dgm:t>
        <a:bodyPr/>
        <a:lstStyle/>
        <a:p>
          <a:endParaRPr lang="en-IN"/>
        </a:p>
      </dgm:t>
    </dgm:pt>
    <dgm:pt modelId="{0C60A7A7-E842-4A4E-8D1F-115C844130C2}">
      <dgm:prSet/>
      <dgm:spPr/>
      <dgm:t>
        <a:bodyPr/>
        <a:lstStyle/>
        <a:p>
          <a:r>
            <a:rPr lang="en-US" b="1" i="0" dirty="0">
              <a:solidFill>
                <a:srgbClr val="FF0000"/>
              </a:solidFill>
            </a:rPr>
            <a:t>1991</a:t>
          </a:r>
          <a:r>
            <a:rPr lang="en-US" b="0" i="0" dirty="0">
              <a:solidFill>
                <a:srgbClr val="FF0000"/>
              </a:solidFill>
            </a:rPr>
            <a:t>: The first </a:t>
          </a:r>
          <a:r>
            <a:rPr lang="en-US" b="0" i="0" dirty="0">
              <a:solidFill>
                <a:srgbClr val="FF0000"/>
              </a:solidFill>
              <a:hlinkClick xmlns:r="http://schemas.openxmlformats.org/officeDocument/2006/relationships" r:id="rId7">
                <a:extLst>
                  <a:ext uri="{A12FA001-AC4F-418D-AE19-62706E023703}">
                    <ahyp:hlinkClr xmlns:ahyp="http://schemas.microsoft.com/office/drawing/2018/hyperlinkcolor" val="tx"/>
                  </a:ext>
                </a:extLst>
              </a:hlinkClick>
            </a:rPr>
            <a:t>web page</a:t>
          </a:r>
          <a:r>
            <a:rPr lang="en-US" b="0" i="0" dirty="0">
              <a:solidFill>
                <a:srgbClr val="FF0000"/>
              </a:solidFill>
            </a:rPr>
            <a:t> was created by Tim Berners-Lee</a:t>
          </a:r>
          <a:endParaRPr lang="en-US" dirty="0">
            <a:solidFill>
              <a:srgbClr val="FF0000"/>
            </a:solidFill>
          </a:endParaRPr>
        </a:p>
      </dgm:t>
    </dgm:pt>
    <dgm:pt modelId="{2C5AE2C2-B8C7-4B8A-AB41-2F6E05B1C133}" type="parTrans" cxnId="{1432FABD-BB3B-430E-B23F-63BBCCDE14FA}">
      <dgm:prSet/>
      <dgm:spPr/>
      <dgm:t>
        <a:bodyPr/>
        <a:lstStyle/>
        <a:p>
          <a:endParaRPr lang="en-IN"/>
        </a:p>
      </dgm:t>
    </dgm:pt>
    <dgm:pt modelId="{D5A03C35-5E2A-4FFC-8FB4-185DB3446F72}" type="sibTrans" cxnId="{1432FABD-BB3B-430E-B23F-63BBCCDE14FA}">
      <dgm:prSet/>
      <dgm:spPr/>
      <dgm:t>
        <a:bodyPr/>
        <a:lstStyle/>
        <a:p>
          <a:endParaRPr lang="en-IN"/>
        </a:p>
      </dgm:t>
    </dgm:pt>
    <dgm:pt modelId="{152734FF-6EBB-4B4D-8034-DA4D64D3C8C5}">
      <dgm:prSet phldrT="[Text]"/>
      <dgm:spPr/>
      <dgm:t>
        <a:bodyPr/>
        <a:lstStyle/>
        <a:p>
          <a:r>
            <a:rPr lang="en-US" b="1" i="0" dirty="0">
              <a:solidFill>
                <a:srgbClr val="FF0000"/>
              </a:solidFill>
            </a:rPr>
            <a:t>2000 </a:t>
          </a:r>
          <a:r>
            <a:rPr lang="en-US" b="0" i="0" dirty="0">
              <a:solidFill>
                <a:srgbClr val="FF0000"/>
              </a:solidFill>
            </a:rPr>
            <a:t>LG announces it's first </a:t>
          </a:r>
          <a:r>
            <a:rPr lang="en-US" b="0" i="0" dirty="0">
              <a:solidFill>
                <a:srgbClr val="FF0000"/>
              </a:solidFill>
              <a:hlinkClick xmlns:r="http://schemas.openxmlformats.org/officeDocument/2006/relationships" r:id="rId8">
                <a:extLst>
                  <a:ext uri="{A12FA001-AC4F-418D-AE19-62706E023703}">
                    <ahyp:hlinkClr xmlns:ahyp="http://schemas.microsoft.com/office/drawing/2018/hyperlinkcolor" val="tx"/>
                  </a:ext>
                </a:extLst>
              </a:hlinkClick>
            </a:rPr>
            <a:t>Internet refrigerator</a:t>
          </a:r>
          <a:r>
            <a:rPr lang="en-US" b="0" i="0" dirty="0">
              <a:solidFill>
                <a:srgbClr val="FF0000"/>
              </a:solidFill>
            </a:rPr>
            <a:t> plans</a:t>
          </a:r>
          <a:endParaRPr lang="en-IN" dirty="0">
            <a:solidFill>
              <a:srgbClr val="FF0000"/>
            </a:solidFill>
          </a:endParaRPr>
        </a:p>
      </dgm:t>
    </dgm:pt>
    <dgm:pt modelId="{62F9F179-DD05-4AED-98AF-C33163717DDE}" type="parTrans" cxnId="{2A169E70-77ED-4CB6-A073-8FB3D3059A72}">
      <dgm:prSet/>
      <dgm:spPr/>
      <dgm:t>
        <a:bodyPr/>
        <a:lstStyle/>
        <a:p>
          <a:endParaRPr lang="en-IN"/>
        </a:p>
      </dgm:t>
    </dgm:pt>
    <dgm:pt modelId="{1E86FC77-4598-41AF-9B25-B15EE5AFFAC3}" type="sibTrans" cxnId="{2A169E70-77ED-4CB6-A073-8FB3D3059A72}">
      <dgm:prSet/>
      <dgm:spPr/>
      <dgm:t>
        <a:bodyPr/>
        <a:lstStyle/>
        <a:p>
          <a:endParaRPr lang="en-IN"/>
        </a:p>
      </dgm:t>
    </dgm:pt>
    <dgm:pt modelId="{8642E724-53E6-463B-A9C0-620F5503C47C}">
      <dgm:prSet phldrT="[Text]"/>
      <dgm:spPr/>
      <dgm:t>
        <a:bodyPr/>
        <a:lstStyle/>
        <a:p>
          <a:r>
            <a:rPr lang="en-US" b="1" i="0" dirty="0">
              <a:solidFill>
                <a:srgbClr val="FF0000"/>
              </a:solidFill>
            </a:rPr>
            <a:t>2009</a:t>
          </a:r>
          <a:r>
            <a:rPr lang="en-US" b="0" i="0" dirty="0">
              <a:solidFill>
                <a:srgbClr val="FF0000"/>
              </a:solidFill>
            </a:rPr>
            <a:t>: The Internet of Things was "Born"</a:t>
          </a:r>
          <a:endParaRPr lang="en-IN" dirty="0">
            <a:solidFill>
              <a:srgbClr val="FF0000"/>
            </a:solidFill>
          </a:endParaRPr>
        </a:p>
      </dgm:t>
    </dgm:pt>
    <dgm:pt modelId="{B7572A67-C2BC-42A0-B510-646D89D744FF}" type="parTrans" cxnId="{DEA85753-7DBD-457A-9DE4-E16B0385A2AA}">
      <dgm:prSet/>
      <dgm:spPr/>
      <dgm:t>
        <a:bodyPr/>
        <a:lstStyle/>
        <a:p>
          <a:endParaRPr lang="en-IN"/>
        </a:p>
      </dgm:t>
    </dgm:pt>
    <dgm:pt modelId="{6AEC56B5-CCCE-406D-8B0E-9B24E9ADB169}" type="sibTrans" cxnId="{DEA85753-7DBD-457A-9DE4-E16B0385A2AA}">
      <dgm:prSet/>
      <dgm:spPr/>
      <dgm:t>
        <a:bodyPr/>
        <a:lstStyle/>
        <a:p>
          <a:endParaRPr lang="en-IN"/>
        </a:p>
      </dgm:t>
    </dgm:pt>
    <dgm:pt modelId="{4A9449A5-46B5-4857-B33A-6F7131062ECD}" type="pres">
      <dgm:prSet presAssocID="{9B122E83-3736-451A-B2D2-54C2AB2D99A3}" presName="Name0" presStyleCnt="0">
        <dgm:presLayoutVars>
          <dgm:dir/>
          <dgm:resizeHandles val="exact"/>
        </dgm:presLayoutVars>
      </dgm:prSet>
      <dgm:spPr/>
    </dgm:pt>
    <dgm:pt modelId="{5F08E07F-17BC-44F0-9A22-A12144686791}" type="pres">
      <dgm:prSet presAssocID="{DDBC64EA-BB1C-46C8-B6CA-4B1F48A2FE6E}" presName="node" presStyleLbl="node1" presStyleIdx="0" presStyleCnt="9">
        <dgm:presLayoutVars>
          <dgm:bulletEnabled val="1"/>
        </dgm:presLayoutVars>
      </dgm:prSet>
      <dgm:spPr/>
    </dgm:pt>
    <dgm:pt modelId="{60232077-7B22-4388-BC80-A0526AFB475D}" type="pres">
      <dgm:prSet presAssocID="{7ECE3919-F9D5-44B3-A515-68BA2FEFB7F0}" presName="sibTrans" presStyleLbl="sibTrans2D1" presStyleIdx="0" presStyleCnt="8"/>
      <dgm:spPr/>
    </dgm:pt>
    <dgm:pt modelId="{931CE03A-9200-42BC-ACC6-F02ADB7CD93F}" type="pres">
      <dgm:prSet presAssocID="{7ECE3919-F9D5-44B3-A515-68BA2FEFB7F0}" presName="connectorText" presStyleLbl="sibTrans2D1" presStyleIdx="0" presStyleCnt="8"/>
      <dgm:spPr/>
    </dgm:pt>
    <dgm:pt modelId="{D76AEA1C-C1A7-4A2E-B339-C63D0FF5EED1}" type="pres">
      <dgm:prSet presAssocID="{0C60A7A7-E842-4A4E-8D1F-115C844130C2}" presName="node" presStyleLbl="node1" presStyleIdx="1" presStyleCnt="9">
        <dgm:presLayoutVars>
          <dgm:bulletEnabled val="1"/>
        </dgm:presLayoutVars>
      </dgm:prSet>
      <dgm:spPr/>
    </dgm:pt>
    <dgm:pt modelId="{7287E42D-E855-48C0-86AB-0017A59A87C9}" type="pres">
      <dgm:prSet presAssocID="{D5A03C35-5E2A-4FFC-8FB4-185DB3446F72}" presName="sibTrans" presStyleLbl="sibTrans2D1" presStyleIdx="1" presStyleCnt="8"/>
      <dgm:spPr/>
    </dgm:pt>
    <dgm:pt modelId="{3BD9A2FF-855A-440A-8A3A-C02F160C8666}" type="pres">
      <dgm:prSet presAssocID="{D5A03C35-5E2A-4FFC-8FB4-185DB3446F72}" presName="connectorText" presStyleLbl="sibTrans2D1" presStyleIdx="1" presStyleCnt="8"/>
      <dgm:spPr/>
    </dgm:pt>
    <dgm:pt modelId="{3667DC83-186F-41A6-AF4E-AE2D3602EBAD}" type="pres">
      <dgm:prSet presAssocID="{BB30F580-98D9-4BB3-80D4-D91C1F4C2A57}" presName="node" presStyleLbl="node1" presStyleIdx="2" presStyleCnt="9">
        <dgm:presLayoutVars>
          <dgm:bulletEnabled val="1"/>
        </dgm:presLayoutVars>
      </dgm:prSet>
      <dgm:spPr/>
    </dgm:pt>
    <dgm:pt modelId="{3F86E7B0-51FD-4C5C-824D-CC2E668780C1}" type="pres">
      <dgm:prSet presAssocID="{E384CE11-0423-43B3-B7F4-92A389AFDC66}" presName="sibTrans" presStyleLbl="sibTrans2D1" presStyleIdx="2" presStyleCnt="8"/>
      <dgm:spPr/>
    </dgm:pt>
    <dgm:pt modelId="{0F3B1B68-9CAC-4A63-A1A9-ED14AB3365DF}" type="pres">
      <dgm:prSet presAssocID="{E384CE11-0423-43B3-B7F4-92A389AFDC66}" presName="connectorText" presStyleLbl="sibTrans2D1" presStyleIdx="2" presStyleCnt="8"/>
      <dgm:spPr/>
    </dgm:pt>
    <dgm:pt modelId="{E9AC70F2-8AFB-4193-9C88-8A5BB9DFF9D8}" type="pres">
      <dgm:prSet presAssocID="{E7842421-99E0-485E-A296-611B08FC01BD}" presName="node" presStyleLbl="node1" presStyleIdx="3" presStyleCnt="9">
        <dgm:presLayoutVars>
          <dgm:bulletEnabled val="1"/>
        </dgm:presLayoutVars>
      </dgm:prSet>
      <dgm:spPr/>
    </dgm:pt>
    <dgm:pt modelId="{C1463CA3-C695-4161-9340-0E1869F07F90}" type="pres">
      <dgm:prSet presAssocID="{B47BB41B-8210-4BE4-BA5F-5F8EEBEA790F}" presName="sibTrans" presStyleLbl="sibTrans2D1" presStyleIdx="3" presStyleCnt="8"/>
      <dgm:spPr/>
    </dgm:pt>
    <dgm:pt modelId="{B43EA8B0-D531-481C-8A9B-137AB6DB81FB}" type="pres">
      <dgm:prSet presAssocID="{B47BB41B-8210-4BE4-BA5F-5F8EEBEA790F}" presName="connectorText" presStyleLbl="sibTrans2D1" presStyleIdx="3" presStyleCnt="8"/>
      <dgm:spPr/>
    </dgm:pt>
    <dgm:pt modelId="{35D042F1-C763-4326-808A-36A145588E8C}" type="pres">
      <dgm:prSet presAssocID="{3ABC1A89-59AE-414A-B2D1-D4C1FA1429E1}" presName="node" presStyleLbl="node1" presStyleIdx="4" presStyleCnt="9">
        <dgm:presLayoutVars>
          <dgm:bulletEnabled val="1"/>
        </dgm:presLayoutVars>
      </dgm:prSet>
      <dgm:spPr/>
    </dgm:pt>
    <dgm:pt modelId="{6061A6BA-0C23-45F6-86B6-AF5E2CF96F95}" type="pres">
      <dgm:prSet presAssocID="{783B6165-E5C9-49C0-ADFA-B771F87195C4}" presName="sibTrans" presStyleLbl="sibTrans2D1" presStyleIdx="4" presStyleCnt="8"/>
      <dgm:spPr/>
    </dgm:pt>
    <dgm:pt modelId="{75484FEC-DAC1-4910-AD58-6DEAB15C2660}" type="pres">
      <dgm:prSet presAssocID="{783B6165-E5C9-49C0-ADFA-B771F87195C4}" presName="connectorText" presStyleLbl="sibTrans2D1" presStyleIdx="4" presStyleCnt="8"/>
      <dgm:spPr/>
    </dgm:pt>
    <dgm:pt modelId="{1EEF4AA0-B509-4E47-A8BD-981582C74D98}" type="pres">
      <dgm:prSet presAssocID="{08CA4F89-7443-4C45-BB32-DA43B6CC5E5B}" presName="node" presStyleLbl="node1" presStyleIdx="5" presStyleCnt="9">
        <dgm:presLayoutVars>
          <dgm:bulletEnabled val="1"/>
        </dgm:presLayoutVars>
      </dgm:prSet>
      <dgm:spPr/>
    </dgm:pt>
    <dgm:pt modelId="{AE9F53EB-4511-43C9-A6C2-CCCE5055C978}" type="pres">
      <dgm:prSet presAssocID="{D099DB70-5E9A-40DD-8C9E-C46E14306CE2}" presName="sibTrans" presStyleLbl="sibTrans2D1" presStyleIdx="5" presStyleCnt="8"/>
      <dgm:spPr/>
    </dgm:pt>
    <dgm:pt modelId="{81DBFE2A-3301-4732-8CC1-58131F15741A}" type="pres">
      <dgm:prSet presAssocID="{D099DB70-5E9A-40DD-8C9E-C46E14306CE2}" presName="connectorText" presStyleLbl="sibTrans2D1" presStyleIdx="5" presStyleCnt="8"/>
      <dgm:spPr/>
    </dgm:pt>
    <dgm:pt modelId="{D58723B0-C8A4-41FD-8CB9-0393EB792F8D}" type="pres">
      <dgm:prSet presAssocID="{45A4A6E5-44B9-4DCB-BE4A-D1377E0765AD}" presName="node" presStyleLbl="node1" presStyleIdx="6" presStyleCnt="9">
        <dgm:presLayoutVars>
          <dgm:bulletEnabled val="1"/>
        </dgm:presLayoutVars>
      </dgm:prSet>
      <dgm:spPr/>
    </dgm:pt>
    <dgm:pt modelId="{2871EF1A-62DD-4D81-A0CF-3F7EE46BB99A}" type="pres">
      <dgm:prSet presAssocID="{E4546CB5-825A-44E7-B0CB-B8D982A35AC9}" presName="sibTrans" presStyleLbl="sibTrans2D1" presStyleIdx="6" presStyleCnt="8"/>
      <dgm:spPr/>
    </dgm:pt>
    <dgm:pt modelId="{B33691FA-DABE-4B49-9AB0-A892BAAD73E9}" type="pres">
      <dgm:prSet presAssocID="{E4546CB5-825A-44E7-B0CB-B8D982A35AC9}" presName="connectorText" presStyleLbl="sibTrans2D1" presStyleIdx="6" presStyleCnt="8"/>
      <dgm:spPr/>
    </dgm:pt>
    <dgm:pt modelId="{925C17E4-505C-4FE9-A8BD-B4CC1F01C185}" type="pres">
      <dgm:prSet presAssocID="{152734FF-6EBB-4B4D-8034-DA4D64D3C8C5}" presName="node" presStyleLbl="node1" presStyleIdx="7" presStyleCnt="9">
        <dgm:presLayoutVars>
          <dgm:bulletEnabled val="1"/>
        </dgm:presLayoutVars>
      </dgm:prSet>
      <dgm:spPr/>
    </dgm:pt>
    <dgm:pt modelId="{A1227BAC-56E4-45DA-960B-4C472B9BFE62}" type="pres">
      <dgm:prSet presAssocID="{1E86FC77-4598-41AF-9B25-B15EE5AFFAC3}" presName="sibTrans" presStyleLbl="sibTrans2D1" presStyleIdx="7" presStyleCnt="8"/>
      <dgm:spPr/>
    </dgm:pt>
    <dgm:pt modelId="{44EA2D64-FC55-401D-BE45-25F88D05C016}" type="pres">
      <dgm:prSet presAssocID="{1E86FC77-4598-41AF-9B25-B15EE5AFFAC3}" presName="connectorText" presStyleLbl="sibTrans2D1" presStyleIdx="7" presStyleCnt="8"/>
      <dgm:spPr/>
    </dgm:pt>
    <dgm:pt modelId="{EB281EFB-6F43-4C93-B237-FD03BF25E937}" type="pres">
      <dgm:prSet presAssocID="{8642E724-53E6-463B-A9C0-620F5503C47C}" presName="node" presStyleLbl="node1" presStyleIdx="8" presStyleCnt="9">
        <dgm:presLayoutVars>
          <dgm:bulletEnabled val="1"/>
        </dgm:presLayoutVars>
      </dgm:prSet>
      <dgm:spPr/>
    </dgm:pt>
  </dgm:ptLst>
  <dgm:cxnLst>
    <dgm:cxn modelId="{79054000-B33E-48C4-8FD8-16390433A4E5}" type="presOf" srcId="{E4546CB5-825A-44E7-B0CB-B8D982A35AC9}" destId="{2871EF1A-62DD-4D81-A0CF-3F7EE46BB99A}" srcOrd="0" destOrd="0" presId="urn:microsoft.com/office/officeart/2005/8/layout/process1"/>
    <dgm:cxn modelId="{4A653D01-0BD7-4083-9684-979E84B827F4}" type="presOf" srcId="{D099DB70-5E9A-40DD-8C9E-C46E14306CE2}" destId="{AE9F53EB-4511-43C9-A6C2-CCCE5055C978}" srcOrd="0" destOrd="0" presId="urn:microsoft.com/office/officeart/2005/8/layout/process1"/>
    <dgm:cxn modelId="{F879F10E-66ED-43A2-8F0E-53570FEC7D99}" type="presOf" srcId="{783B6165-E5C9-49C0-ADFA-B771F87195C4}" destId="{75484FEC-DAC1-4910-AD58-6DEAB15C2660}" srcOrd="1" destOrd="0" presId="urn:microsoft.com/office/officeart/2005/8/layout/process1"/>
    <dgm:cxn modelId="{52996E14-58B3-4467-ACD5-226127EEC906}" type="presOf" srcId="{1E86FC77-4598-41AF-9B25-B15EE5AFFAC3}" destId="{A1227BAC-56E4-45DA-960B-4C472B9BFE62}" srcOrd="0" destOrd="0" presId="urn:microsoft.com/office/officeart/2005/8/layout/process1"/>
    <dgm:cxn modelId="{AF20DA15-029F-456A-9D00-D9351010EF4E}" type="presOf" srcId="{D5A03C35-5E2A-4FFC-8FB4-185DB3446F72}" destId="{7287E42D-E855-48C0-86AB-0017A59A87C9}" srcOrd="0" destOrd="0" presId="urn:microsoft.com/office/officeart/2005/8/layout/process1"/>
    <dgm:cxn modelId="{3E29C11F-9F15-45FB-8FCA-63230C27FE89}" type="presOf" srcId="{152734FF-6EBB-4B4D-8034-DA4D64D3C8C5}" destId="{925C17E4-505C-4FE9-A8BD-B4CC1F01C185}" srcOrd="0" destOrd="0" presId="urn:microsoft.com/office/officeart/2005/8/layout/process1"/>
    <dgm:cxn modelId="{22B73E28-883A-4293-A3DD-CCFCD2099247}" srcId="{9B122E83-3736-451A-B2D2-54C2AB2D99A3}" destId="{E7842421-99E0-485E-A296-611B08FC01BD}" srcOrd="3" destOrd="0" parTransId="{12FF7257-69E7-4E59-B88C-45526E9BE4CB}" sibTransId="{B47BB41B-8210-4BE4-BA5F-5F8EEBEA790F}"/>
    <dgm:cxn modelId="{861B182A-96B6-4992-8997-C68E712EB7B3}" type="presOf" srcId="{7ECE3919-F9D5-44B3-A515-68BA2FEFB7F0}" destId="{931CE03A-9200-42BC-ACC6-F02ADB7CD93F}" srcOrd="1" destOrd="0" presId="urn:microsoft.com/office/officeart/2005/8/layout/process1"/>
    <dgm:cxn modelId="{9EA1742D-17E7-4AB6-870F-E5D83F17768D}" type="presOf" srcId="{9B122E83-3736-451A-B2D2-54C2AB2D99A3}" destId="{4A9449A5-46B5-4857-B33A-6F7131062ECD}" srcOrd="0" destOrd="0" presId="urn:microsoft.com/office/officeart/2005/8/layout/process1"/>
    <dgm:cxn modelId="{C797E432-58AD-4001-83AE-1801E74E1803}" srcId="{9B122E83-3736-451A-B2D2-54C2AB2D99A3}" destId="{45A4A6E5-44B9-4DCB-BE4A-D1377E0765AD}" srcOrd="6" destOrd="0" parTransId="{3C3A4714-D196-417A-A4C2-6F902E9B66A1}" sibTransId="{E4546CB5-825A-44E7-B0CB-B8D982A35AC9}"/>
    <dgm:cxn modelId="{540E2133-4D7C-428C-A2B1-3974FFDF52EC}" type="presOf" srcId="{45A4A6E5-44B9-4DCB-BE4A-D1377E0765AD}" destId="{D58723B0-C8A4-41FD-8CB9-0393EB792F8D}" srcOrd="0" destOrd="0" presId="urn:microsoft.com/office/officeart/2005/8/layout/process1"/>
    <dgm:cxn modelId="{4AC59C39-EEFC-4D90-9490-65D9180C4B31}" type="presOf" srcId="{E384CE11-0423-43B3-B7F4-92A389AFDC66}" destId="{0F3B1B68-9CAC-4A63-A1A9-ED14AB3365DF}" srcOrd="1" destOrd="0" presId="urn:microsoft.com/office/officeart/2005/8/layout/process1"/>
    <dgm:cxn modelId="{88C4F039-EC15-42C8-90B3-D319A480A300}" type="presOf" srcId="{E384CE11-0423-43B3-B7F4-92A389AFDC66}" destId="{3F86E7B0-51FD-4C5C-824D-CC2E668780C1}" srcOrd="0" destOrd="0" presId="urn:microsoft.com/office/officeart/2005/8/layout/process1"/>
    <dgm:cxn modelId="{13335260-278D-42DD-8BAB-DEC83339FD5D}" type="presOf" srcId="{7ECE3919-F9D5-44B3-A515-68BA2FEFB7F0}" destId="{60232077-7B22-4388-BC80-A0526AFB475D}" srcOrd="0" destOrd="0" presId="urn:microsoft.com/office/officeart/2005/8/layout/process1"/>
    <dgm:cxn modelId="{AD45B361-86EA-41FD-BFD9-223A0350E6A6}" type="presOf" srcId="{D099DB70-5E9A-40DD-8C9E-C46E14306CE2}" destId="{81DBFE2A-3301-4732-8CC1-58131F15741A}" srcOrd="1" destOrd="0" presId="urn:microsoft.com/office/officeart/2005/8/layout/process1"/>
    <dgm:cxn modelId="{C2139049-1314-408E-B7BE-56FE5DE838AD}" srcId="{9B122E83-3736-451A-B2D2-54C2AB2D99A3}" destId="{BB30F580-98D9-4BB3-80D4-D91C1F4C2A57}" srcOrd="2" destOrd="0" parTransId="{77C73B6C-A615-4D19-BFC5-A8EDA74EB43F}" sibTransId="{E384CE11-0423-43B3-B7F4-92A389AFDC66}"/>
    <dgm:cxn modelId="{2A169E70-77ED-4CB6-A073-8FB3D3059A72}" srcId="{9B122E83-3736-451A-B2D2-54C2AB2D99A3}" destId="{152734FF-6EBB-4B4D-8034-DA4D64D3C8C5}" srcOrd="7" destOrd="0" parTransId="{62F9F179-DD05-4AED-98AF-C33163717DDE}" sibTransId="{1E86FC77-4598-41AF-9B25-B15EE5AFFAC3}"/>
    <dgm:cxn modelId="{BD01AA70-1094-44AF-B4C7-A9B59D441F93}" type="presOf" srcId="{08CA4F89-7443-4C45-BB32-DA43B6CC5E5B}" destId="{1EEF4AA0-B509-4E47-A8BD-981582C74D98}" srcOrd="0" destOrd="0" presId="urn:microsoft.com/office/officeart/2005/8/layout/process1"/>
    <dgm:cxn modelId="{5CE11952-AC99-4BE2-9A0C-AA79D1C6137D}" type="presOf" srcId="{1E86FC77-4598-41AF-9B25-B15EE5AFFAC3}" destId="{44EA2D64-FC55-401D-BE45-25F88D05C016}" srcOrd="1" destOrd="0" presId="urn:microsoft.com/office/officeart/2005/8/layout/process1"/>
    <dgm:cxn modelId="{DEA85753-7DBD-457A-9DE4-E16B0385A2AA}" srcId="{9B122E83-3736-451A-B2D2-54C2AB2D99A3}" destId="{8642E724-53E6-463B-A9C0-620F5503C47C}" srcOrd="8" destOrd="0" parTransId="{B7572A67-C2BC-42A0-B510-646D89D744FF}" sibTransId="{6AEC56B5-CCCE-406D-8B0E-9B24E9ADB169}"/>
    <dgm:cxn modelId="{4F85B857-01E3-42F5-93D9-114268E21E53}" srcId="{9B122E83-3736-451A-B2D2-54C2AB2D99A3}" destId="{DDBC64EA-BB1C-46C8-B6CA-4B1F48A2FE6E}" srcOrd="0" destOrd="0" parTransId="{61C02D34-659A-4A7B-BC3A-F1101DBF59EA}" sibTransId="{7ECE3919-F9D5-44B3-A515-68BA2FEFB7F0}"/>
    <dgm:cxn modelId="{E306EB79-5FC6-4B01-8C94-6ED2D1640761}" type="presOf" srcId="{B47BB41B-8210-4BE4-BA5F-5F8EEBEA790F}" destId="{B43EA8B0-D531-481C-8A9B-137AB6DB81FB}" srcOrd="1" destOrd="0" presId="urn:microsoft.com/office/officeart/2005/8/layout/process1"/>
    <dgm:cxn modelId="{B49EEE9F-771F-4B35-9041-A36E7198CF64}" type="presOf" srcId="{3ABC1A89-59AE-414A-B2D1-D4C1FA1429E1}" destId="{35D042F1-C763-4326-808A-36A145588E8C}" srcOrd="0" destOrd="0" presId="urn:microsoft.com/office/officeart/2005/8/layout/process1"/>
    <dgm:cxn modelId="{548711B4-4FD8-40D6-9972-62CB0E00CCE7}" srcId="{9B122E83-3736-451A-B2D2-54C2AB2D99A3}" destId="{08CA4F89-7443-4C45-BB32-DA43B6CC5E5B}" srcOrd="5" destOrd="0" parTransId="{3306F792-0746-4FC4-9B88-C3628F8BB4C2}" sibTransId="{D099DB70-5E9A-40DD-8C9E-C46E14306CE2}"/>
    <dgm:cxn modelId="{B4680BBA-7A70-4ED1-9B96-6B9A48B9B8C5}" type="presOf" srcId="{E7842421-99E0-485E-A296-611B08FC01BD}" destId="{E9AC70F2-8AFB-4193-9C88-8A5BB9DFF9D8}" srcOrd="0" destOrd="0" presId="urn:microsoft.com/office/officeart/2005/8/layout/process1"/>
    <dgm:cxn modelId="{1432FABD-BB3B-430E-B23F-63BBCCDE14FA}" srcId="{9B122E83-3736-451A-B2D2-54C2AB2D99A3}" destId="{0C60A7A7-E842-4A4E-8D1F-115C844130C2}" srcOrd="1" destOrd="0" parTransId="{2C5AE2C2-B8C7-4B8A-AB41-2F6E05B1C133}" sibTransId="{D5A03C35-5E2A-4FFC-8FB4-185DB3446F72}"/>
    <dgm:cxn modelId="{638208CA-464C-43CD-A561-CCC8D36753D5}" srcId="{9B122E83-3736-451A-B2D2-54C2AB2D99A3}" destId="{3ABC1A89-59AE-414A-B2D1-D4C1FA1429E1}" srcOrd="4" destOrd="0" parTransId="{11288648-1878-4132-9BB5-886152F7C292}" sibTransId="{783B6165-E5C9-49C0-ADFA-B771F87195C4}"/>
    <dgm:cxn modelId="{BB58B4D1-2D09-4279-901C-398065BBBC7D}" type="presOf" srcId="{D5A03C35-5E2A-4FFC-8FB4-185DB3446F72}" destId="{3BD9A2FF-855A-440A-8A3A-C02F160C8666}" srcOrd="1" destOrd="0" presId="urn:microsoft.com/office/officeart/2005/8/layout/process1"/>
    <dgm:cxn modelId="{24E2E9DA-30ED-4278-BF5D-100CBD9CA723}" type="presOf" srcId="{8642E724-53E6-463B-A9C0-620F5503C47C}" destId="{EB281EFB-6F43-4C93-B237-FD03BF25E937}" srcOrd="0" destOrd="0" presId="urn:microsoft.com/office/officeart/2005/8/layout/process1"/>
    <dgm:cxn modelId="{09B630DE-01C4-49A9-9DB2-AF2B6D0289B9}" type="presOf" srcId="{E4546CB5-825A-44E7-B0CB-B8D982A35AC9}" destId="{B33691FA-DABE-4B49-9AB0-A892BAAD73E9}" srcOrd="1" destOrd="0" presId="urn:microsoft.com/office/officeart/2005/8/layout/process1"/>
    <dgm:cxn modelId="{2D919DE5-DAF0-4817-B07F-4E159F180B31}" type="presOf" srcId="{0C60A7A7-E842-4A4E-8D1F-115C844130C2}" destId="{D76AEA1C-C1A7-4A2E-B339-C63D0FF5EED1}" srcOrd="0" destOrd="0" presId="urn:microsoft.com/office/officeart/2005/8/layout/process1"/>
    <dgm:cxn modelId="{32CA44E7-072C-4188-A7A5-07CEDA7DA714}" type="presOf" srcId="{783B6165-E5C9-49C0-ADFA-B771F87195C4}" destId="{6061A6BA-0C23-45F6-86B6-AF5E2CF96F95}" srcOrd="0" destOrd="0" presId="urn:microsoft.com/office/officeart/2005/8/layout/process1"/>
    <dgm:cxn modelId="{DA3C0DF0-65EA-44B3-9AF0-039EB9B50CC7}" type="presOf" srcId="{BB30F580-98D9-4BB3-80D4-D91C1F4C2A57}" destId="{3667DC83-186F-41A6-AF4E-AE2D3602EBAD}" srcOrd="0" destOrd="0" presId="urn:microsoft.com/office/officeart/2005/8/layout/process1"/>
    <dgm:cxn modelId="{F1B1F5FC-4D20-4E0A-9A12-230B92F26500}" type="presOf" srcId="{DDBC64EA-BB1C-46C8-B6CA-4B1F48A2FE6E}" destId="{5F08E07F-17BC-44F0-9A22-A12144686791}" srcOrd="0" destOrd="0" presId="urn:microsoft.com/office/officeart/2005/8/layout/process1"/>
    <dgm:cxn modelId="{189126FF-5CF2-478A-853C-FC8F19156008}" type="presOf" srcId="{B47BB41B-8210-4BE4-BA5F-5F8EEBEA790F}" destId="{C1463CA3-C695-4161-9340-0E1869F07F90}" srcOrd="0" destOrd="0" presId="urn:microsoft.com/office/officeart/2005/8/layout/process1"/>
    <dgm:cxn modelId="{81FAA375-1EA5-432B-B8A2-A5561D55F82D}" type="presParOf" srcId="{4A9449A5-46B5-4857-B33A-6F7131062ECD}" destId="{5F08E07F-17BC-44F0-9A22-A12144686791}" srcOrd="0" destOrd="0" presId="urn:microsoft.com/office/officeart/2005/8/layout/process1"/>
    <dgm:cxn modelId="{6F475642-6C13-4D65-A842-C2815FEDC6B9}" type="presParOf" srcId="{4A9449A5-46B5-4857-B33A-6F7131062ECD}" destId="{60232077-7B22-4388-BC80-A0526AFB475D}" srcOrd="1" destOrd="0" presId="urn:microsoft.com/office/officeart/2005/8/layout/process1"/>
    <dgm:cxn modelId="{42782E8B-2B73-473B-8533-1C0C56E8B50D}" type="presParOf" srcId="{60232077-7B22-4388-BC80-A0526AFB475D}" destId="{931CE03A-9200-42BC-ACC6-F02ADB7CD93F}" srcOrd="0" destOrd="0" presId="urn:microsoft.com/office/officeart/2005/8/layout/process1"/>
    <dgm:cxn modelId="{1A30FC46-C46B-460B-B67F-395581826C29}" type="presParOf" srcId="{4A9449A5-46B5-4857-B33A-6F7131062ECD}" destId="{D76AEA1C-C1A7-4A2E-B339-C63D0FF5EED1}" srcOrd="2" destOrd="0" presId="urn:microsoft.com/office/officeart/2005/8/layout/process1"/>
    <dgm:cxn modelId="{90959278-617A-4BAA-B76C-47D6152321CC}" type="presParOf" srcId="{4A9449A5-46B5-4857-B33A-6F7131062ECD}" destId="{7287E42D-E855-48C0-86AB-0017A59A87C9}" srcOrd="3" destOrd="0" presId="urn:microsoft.com/office/officeart/2005/8/layout/process1"/>
    <dgm:cxn modelId="{C14CF7BA-25D5-4EDE-95ED-B748210511D1}" type="presParOf" srcId="{7287E42D-E855-48C0-86AB-0017A59A87C9}" destId="{3BD9A2FF-855A-440A-8A3A-C02F160C8666}" srcOrd="0" destOrd="0" presId="urn:microsoft.com/office/officeart/2005/8/layout/process1"/>
    <dgm:cxn modelId="{62153423-0D5A-4044-B03E-964CCEB77F15}" type="presParOf" srcId="{4A9449A5-46B5-4857-B33A-6F7131062ECD}" destId="{3667DC83-186F-41A6-AF4E-AE2D3602EBAD}" srcOrd="4" destOrd="0" presId="urn:microsoft.com/office/officeart/2005/8/layout/process1"/>
    <dgm:cxn modelId="{2E234836-4598-496F-98E3-0D26190BA215}" type="presParOf" srcId="{4A9449A5-46B5-4857-B33A-6F7131062ECD}" destId="{3F86E7B0-51FD-4C5C-824D-CC2E668780C1}" srcOrd="5" destOrd="0" presId="urn:microsoft.com/office/officeart/2005/8/layout/process1"/>
    <dgm:cxn modelId="{98CFB733-C626-4229-9AD5-3466289C0411}" type="presParOf" srcId="{3F86E7B0-51FD-4C5C-824D-CC2E668780C1}" destId="{0F3B1B68-9CAC-4A63-A1A9-ED14AB3365DF}" srcOrd="0" destOrd="0" presId="urn:microsoft.com/office/officeart/2005/8/layout/process1"/>
    <dgm:cxn modelId="{B40FF95C-DF0D-4251-B16A-2DEDF0B1678A}" type="presParOf" srcId="{4A9449A5-46B5-4857-B33A-6F7131062ECD}" destId="{E9AC70F2-8AFB-4193-9C88-8A5BB9DFF9D8}" srcOrd="6" destOrd="0" presId="urn:microsoft.com/office/officeart/2005/8/layout/process1"/>
    <dgm:cxn modelId="{3567E8FB-C54A-4072-BE12-A7E340FD908C}" type="presParOf" srcId="{4A9449A5-46B5-4857-B33A-6F7131062ECD}" destId="{C1463CA3-C695-4161-9340-0E1869F07F90}" srcOrd="7" destOrd="0" presId="urn:microsoft.com/office/officeart/2005/8/layout/process1"/>
    <dgm:cxn modelId="{1E0186AF-F5D2-4144-B6BB-2FE956B9A2A8}" type="presParOf" srcId="{C1463CA3-C695-4161-9340-0E1869F07F90}" destId="{B43EA8B0-D531-481C-8A9B-137AB6DB81FB}" srcOrd="0" destOrd="0" presId="urn:microsoft.com/office/officeart/2005/8/layout/process1"/>
    <dgm:cxn modelId="{A65EFA61-71AE-41D7-AE9B-9B6AE9E3EFEC}" type="presParOf" srcId="{4A9449A5-46B5-4857-B33A-6F7131062ECD}" destId="{35D042F1-C763-4326-808A-36A145588E8C}" srcOrd="8" destOrd="0" presId="urn:microsoft.com/office/officeart/2005/8/layout/process1"/>
    <dgm:cxn modelId="{FF478866-3BDE-49C9-85AF-860119CE86FD}" type="presParOf" srcId="{4A9449A5-46B5-4857-B33A-6F7131062ECD}" destId="{6061A6BA-0C23-45F6-86B6-AF5E2CF96F95}" srcOrd="9" destOrd="0" presId="urn:microsoft.com/office/officeart/2005/8/layout/process1"/>
    <dgm:cxn modelId="{7612B397-2FBB-4148-9EA3-DDB7C1D9E493}" type="presParOf" srcId="{6061A6BA-0C23-45F6-86B6-AF5E2CF96F95}" destId="{75484FEC-DAC1-4910-AD58-6DEAB15C2660}" srcOrd="0" destOrd="0" presId="urn:microsoft.com/office/officeart/2005/8/layout/process1"/>
    <dgm:cxn modelId="{2F1E8AF4-EF36-4BF6-A74B-4EEF433006B8}" type="presParOf" srcId="{4A9449A5-46B5-4857-B33A-6F7131062ECD}" destId="{1EEF4AA0-B509-4E47-A8BD-981582C74D98}" srcOrd="10" destOrd="0" presId="urn:microsoft.com/office/officeart/2005/8/layout/process1"/>
    <dgm:cxn modelId="{DE0FCC66-8569-4F7B-AB46-58302D96F72F}" type="presParOf" srcId="{4A9449A5-46B5-4857-B33A-6F7131062ECD}" destId="{AE9F53EB-4511-43C9-A6C2-CCCE5055C978}" srcOrd="11" destOrd="0" presId="urn:microsoft.com/office/officeart/2005/8/layout/process1"/>
    <dgm:cxn modelId="{DF2FBFE5-B6EC-4ADA-95D5-92E130C2AABF}" type="presParOf" srcId="{AE9F53EB-4511-43C9-A6C2-CCCE5055C978}" destId="{81DBFE2A-3301-4732-8CC1-58131F15741A}" srcOrd="0" destOrd="0" presId="urn:microsoft.com/office/officeart/2005/8/layout/process1"/>
    <dgm:cxn modelId="{3E89C9AC-18AF-4D6F-B913-4CDF62CB5565}" type="presParOf" srcId="{4A9449A5-46B5-4857-B33A-6F7131062ECD}" destId="{D58723B0-C8A4-41FD-8CB9-0393EB792F8D}" srcOrd="12" destOrd="0" presId="urn:microsoft.com/office/officeart/2005/8/layout/process1"/>
    <dgm:cxn modelId="{AB94811D-2FF2-4962-A328-22291781A363}" type="presParOf" srcId="{4A9449A5-46B5-4857-B33A-6F7131062ECD}" destId="{2871EF1A-62DD-4D81-A0CF-3F7EE46BB99A}" srcOrd="13" destOrd="0" presId="urn:microsoft.com/office/officeart/2005/8/layout/process1"/>
    <dgm:cxn modelId="{30A97461-78BE-4161-8EED-0D5E022033CA}" type="presParOf" srcId="{2871EF1A-62DD-4D81-A0CF-3F7EE46BB99A}" destId="{B33691FA-DABE-4B49-9AB0-A892BAAD73E9}" srcOrd="0" destOrd="0" presId="urn:microsoft.com/office/officeart/2005/8/layout/process1"/>
    <dgm:cxn modelId="{905E884F-5842-49A2-BF67-FDF2B3AB00E3}" type="presParOf" srcId="{4A9449A5-46B5-4857-B33A-6F7131062ECD}" destId="{925C17E4-505C-4FE9-A8BD-B4CC1F01C185}" srcOrd="14" destOrd="0" presId="urn:microsoft.com/office/officeart/2005/8/layout/process1"/>
    <dgm:cxn modelId="{55CA6A9D-E0C2-46A0-B0DD-D9D3969A59D9}" type="presParOf" srcId="{4A9449A5-46B5-4857-B33A-6F7131062ECD}" destId="{A1227BAC-56E4-45DA-960B-4C472B9BFE62}" srcOrd="15" destOrd="0" presId="urn:microsoft.com/office/officeart/2005/8/layout/process1"/>
    <dgm:cxn modelId="{48C2977D-C068-4829-8860-2DEA0625D3F4}" type="presParOf" srcId="{A1227BAC-56E4-45DA-960B-4C472B9BFE62}" destId="{44EA2D64-FC55-401D-BE45-25F88D05C016}" srcOrd="0" destOrd="0" presId="urn:microsoft.com/office/officeart/2005/8/layout/process1"/>
    <dgm:cxn modelId="{1CAEE42B-5159-4FD6-BB2D-F31976E59EE2}" type="presParOf" srcId="{4A9449A5-46B5-4857-B33A-6F7131062ECD}" destId="{EB281EFB-6F43-4C93-B237-FD03BF25E937}" srcOrd="1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2D95131-C6CD-4454-87E7-699BC382AEC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5B7C7CA2-E151-433D-93F5-26796743289F}">
      <dgm:prSet phldrT="[Text]"/>
      <dgm:spPr/>
      <dgm:t>
        <a:bodyPr/>
        <a:lstStyle/>
        <a:p>
          <a:r>
            <a:rPr lang="en-US" dirty="0"/>
            <a:t>Physical Address</a:t>
          </a:r>
          <a:endParaRPr lang="en-IN" dirty="0"/>
        </a:p>
      </dgm:t>
    </dgm:pt>
    <dgm:pt modelId="{720A56CB-2E21-439C-8F55-F2B78014E146}" type="parTrans" cxnId="{15FEA0B8-99BD-423B-ABE9-1FF9655ADD8C}">
      <dgm:prSet/>
      <dgm:spPr/>
      <dgm:t>
        <a:bodyPr/>
        <a:lstStyle/>
        <a:p>
          <a:endParaRPr lang="en-IN"/>
        </a:p>
      </dgm:t>
    </dgm:pt>
    <dgm:pt modelId="{5600B802-3950-4A48-9982-69A46F18062E}" type="sibTrans" cxnId="{15FEA0B8-99BD-423B-ABE9-1FF9655ADD8C}">
      <dgm:prSet/>
      <dgm:spPr/>
      <dgm:t>
        <a:bodyPr/>
        <a:lstStyle/>
        <a:p>
          <a:endParaRPr lang="en-IN"/>
        </a:p>
      </dgm:t>
    </dgm:pt>
    <dgm:pt modelId="{21B8AACE-8D0D-4E9B-8F98-8C40D732FBBE}">
      <dgm:prSet phldrT="[Text]"/>
      <dgm:spPr/>
      <dgm:t>
        <a:bodyPr/>
        <a:lstStyle/>
        <a:p>
          <a:r>
            <a:rPr lang="en-US" dirty="0"/>
            <a:t>Every N/w interface will have a physical address. </a:t>
          </a:r>
          <a:endParaRPr lang="en-IN" dirty="0"/>
        </a:p>
      </dgm:t>
    </dgm:pt>
    <dgm:pt modelId="{F86C1465-74B6-4B22-AD57-AA1B144C912C}" type="parTrans" cxnId="{5B430BCA-674B-4F1C-A94C-6A93BE0B2079}">
      <dgm:prSet/>
      <dgm:spPr/>
      <dgm:t>
        <a:bodyPr/>
        <a:lstStyle/>
        <a:p>
          <a:endParaRPr lang="en-IN"/>
        </a:p>
      </dgm:t>
    </dgm:pt>
    <dgm:pt modelId="{D9E7004B-18B2-400A-9383-79CD189F65F2}" type="sibTrans" cxnId="{5B430BCA-674B-4F1C-A94C-6A93BE0B2079}">
      <dgm:prSet/>
      <dgm:spPr/>
      <dgm:t>
        <a:bodyPr/>
        <a:lstStyle/>
        <a:p>
          <a:endParaRPr lang="en-IN"/>
        </a:p>
      </dgm:t>
    </dgm:pt>
    <dgm:pt modelId="{FAD22AF1-FA0A-45DC-A454-68D74CA0D46C}">
      <dgm:prSet phldrT="[Text]"/>
      <dgm:spPr/>
      <dgm:t>
        <a:bodyPr/>
        <a:lstStyle/>
        <a:p>
          <a:r>
            <a:rPr lang="en-US" dirty="0"/>
            <a:t>This is hardwired into the hardware at the time of manufacture and does not change with time.</a:t>
          </a:r>
          <a:endParaRPr lang="en-IN" dirty="0"/>
        </a:p>
      </dgm:t>
    </dgm:pt>
    <dgm:pt modelId="{D074101D-4726-42B9-9838-1280E429B42E}" type="parTrans" cxnId="{8BE066CB-E8EC-4F25-A0A3-C7D51F66610E}">
      <dgm:prSet/>
      <dgm:spPr/>
      <dgm:t>
        <a:bodyPr/>
        <a:lstStyle/>
        <a:p>
          <a:endParaRPr lang="en-IN"/>
        </a:p>
      </dgm:t>
    </dgm:pt>
    <dgm:pt modelId="{38C8E435-583E-4492-8C6F-31DC4D4B4909}" type="sibTrans" cxnId="{8BE066CB-E8EC-4F25-A0A3-C7D51F66610E}">
      <dgm:prSet/>
      <dgm:spPr/>
      <dgm:t>
        <a:bodyPr/>
        <a:lstStyle/>
        <a:p>
          <a:endParaRPr lang="en-IN"/>
        </a:p>
      </dgm:t>
    </dgm:pt>
    <dgm:pt modelId="{884B1C56-94ED-4D20-9577-4D5B08B16E76}">
      <dgm:prSet phldrT="[Text]"/>
      <dgm:spPr/>
      <dgm:t>
        <a:bodyPr/>
        <a:lstStyle/>
        <a:p>
          <a:r>
            <a:rPr lang="en-US" dirty="0"/>
            <a:t>IP Address</a:t>
          </a:r>
          <a:endParaRPr lang="en-IN" dirty="0"/>
        </a:p>
      </dgm:t>
    </dgm:pt>
    <dgm:pt modelId="{989BFE11-A2DE-4894-B606-87E31C6AC140}" type="parTrans" cxnId="{20B30212-7004-44D1-A728-D3A917640DDF}">
      <dgm:prSet/>
      <dgm:spPr/>
      <dgm:t>
        <a:bodyPr/>
        <a:lstStyle/>
        <a:p>
          <a:endParaRPr lang="en-IN"/>
        </a:p>
      </dgm:t>
    </dgm:pt>
    <dgm:pt modelId="{3614BA59-0BBB-4A9B-9BFE-43A901508A58}" type="sibTrans" cxnId="{20B30212-7004-44D1-A728-D3A917640DDF}">
      <dgm:prSet/>
      <dgm:spPr/>
      <dgm:t>
        <a:bodyPr/>
        <a:lstStyle/>
        <a:p>
          <a:endParaRPr lang="en-IN"/>
        </a:p>
      </dgm:t>
    </dgm:pt>
    <dgm:pt modelId="{0AD3C8E9-DB47-48CB-AF35-89B83290395B}">
      <dgm:prSet phldrT="[Text]"/>
      <dgm:spPr/>
      <dgm:t>
        <a:bodyPr/>
        <a:lstStyle/>
        <a:p>
          <a:r>
            <a:rPr lang="en-US" dirty="0"/>
            <a:t>IP Address is a number which is 32 bit wide. </a:t>
          </a:r>
          <a:endParaRPr lang="en-IN" dirty="0"/>
        </a:p>
      </dgm:t>
    </dgm:pt>
    <dgm:pt modelId="{CC83AEB3-BE10-4BA1-B5BE-C74D7E06BEED}" type="parTrans" cxnId="{248BAEC3-AF79-4A26-B400-63E9A2E9B30B}">
      <dgm:prSet/>
      <dgm:spPr/>
      <dgm:t>
        <a:bodyPr/>
        <a:lstStyle/>
        <a:p>
          <a:endParaRPr lang="en-IN"/>
        </a:p>
      </dgm:t>
    </dgm:pt>
    <dgm:pt modelId="{04CD5FC9-00A0-4371-A7DB-AE4B91810499}" type="sibTrans" cxnId="{248BAEC3-AF79-4A26-B400-63E9A2E9B30B}">
      <dgm:prSet/>
      <dgm:spPr/>
      <dgm:t>
        <a:bodyPr/>
        <a:lstStyle/>
        <a:p>
          <a:endParaRPr lang="en-IN"/>
        </a:p>
      </dgm:t>
    </dgm:pt>
    <dgm:pt modelId="{C42CF2A7-404B-448F-A422-6A90E79CEBE5}">
      <dgm:prSet phldrT="[Text]"/>
      <dgm:spPr/>
      <dgm:t>
        <a:bodyPr/>
        <a:lstStyle/>
        <a:p>
          <a:r>
            <a:rPr lang="en-US" dirty="0"/>
            <a:t>This is assigned by network administrative system and it can change with time or when the computer moves from one network to another.</a:t>
          </a:r>
          <a:endParaRPr lang="en-IN" dirty="0"/>
        </a:p>
      </dgm:t>
    </dgm:pt>
    <dgm:pt modelId="{26ABDBD7-55B5-4588-9B17-B2B01E24BA55}" type="parTrans" cxnId="{05D684EA-7E6B-49F7-A5B2-26B08EE6148E}">
      <dgm:prSet/>
      <dgm:spPr/>
      <dgm:t>
        <a:bodyPr/>
        <a:lstStyle/>
        <a:p>
          <a:endParaRPr lang="en-IN"/>
        </a:p>
      </dgm:t>
    </dgm:pt>
    <dgm:pt modelId="{A37CC9DC-377F-4151-B2EC-8EBBD9EBD53F}" type="sibTrans" cxnId="{05D684EA-7E6B-49F7-A5B2-26B08EE6148E}">
      <dgm:prSet/>
      <dgm:spPr/>
      <dgm:t>
        <a:bodyPr/>
        <a:lstStyle/>
        <a:p>
          <a:endParaRPr lang="en-IN"/>
        </a:p>
      </dgm:t>
    </dgm:pt>
    <dgm:pt modelId="{79FD0D2F-8FD0-46AC-A683-9E95F6388203}">
      <dgm:prSet phldrT="[Text]"/>
      <dgm:spPr/>
      <dgm:t>
        <a:bodyPr/>
        <a:lstStyle/>
        <a:p>
          <a:r>
            <a:rPr lang="en-US" dirty="0"/>
            <a:t>This is like the engine/chassis number of an automobile.</a:t>
          </a:r>
          <a:endParaRPr lang="en-IN" dirty="0"/>
        </a:p>
      </dgm:t>
    </dgm:pt>
    <dgm:pt modelId="{8A575133-8EA9-4579-9550-B37C74EB8987}" type="parTrans" cxnId="{4C263B05-71EA-4CDF-84A9-76D6C589202A}">
      <dgm:prSet/>
      <dgm:spPr/>
      <dgm:t>
        <a:bodyPr/>
        <a:lstStyle/>
        <a:p>
          <a:endParaRPr lang="en-IN"/>
        </a:p>
      </dgm:t>
    </dgm:pt>
    <dgm:pt modelId="{BBF00704-864B-43D9-840B-21583E72DA54}" type="sibTrans" cxnId="{4C263B05-71EA-4CDF-84A9-76D6C589202A}">
      <dgm:prSet/>
      <dgm:spPr/>
      <dgm:t>
        <a:bodyPr/>
        <a:lstStyle/>
        <a:p>
          <a:endParaRPr lang="en-IN"/>
        </a:p>
      </dgm:t>
    </dgm:pt>
    <dgm:pt modelId="{F9B4D546-2EE6-4CBC-BFAB-E4FA60461CF7}">
      <dgm:prSet phldrT="[Text]"/>
      <dgm:spPr/>
      <dgm:t>
        <a:bodyPr/>
        <a:lstStyle/>
        <a:p>
          <a:r>
            <a:rPr lang="en-US" dirty="0"/>
            <a:t>This is very similar to the License plate (Registration number of  an automobile). Changes every 15 years or when shift from one state to another.</a:t>
          </a:r>
          <a:endParaRPr lang="en-IN" dirty="0"/>
        </a:p>
      </dgm:t>
    </dgm:pt>
    <dgm:pt modelId="{F22B2A56-ABB7-4025-B5C7-777BB501EB31}" type="parTrans" cxnId="{A315E02B-D47D-4173-9741-820C936D880E}">
      <dgm:prSet/>
      <dgm:spPr/>
      <dgm:t>
        <a:bodyPr/>
        <a:lstStyle/>
        <a:p>
          <a:endParaRPr lang="en-IN"/>
        </a:p>
      </dgm:t>
    </dgm:pt>
    <dgm:pt modelId="{0AADD9C8-2BA6-40BB-B79C-45FE4075F425}" type="sibTrans" cxnId="{A315E02B-D47D-4173-9741-820C936D880E}">
      <dgm:prSet/>
      <dgm:spPr/>
      <dgm:t>
        <a:bodyPr/>
        <a:lstStyle/>
        <a:p>
          <a:endParaRPr lang="en-IN"/>
        </a:p>
      </dgm:t>
    </dgm:pt>
    <dgm:pt modelId="{AE8A09D4-AE30-4333-9E8C-F4A941BDCE81}" type="pres">
      <dgm:prSet presAssocID="{42D95131-C6CD-4454-87E7-699BC382AEC6}" presName="Name0" presStyleCnt="0">
        <dgm:presLayoutVars>
          <dgm:dir/>
          <dgm:animLvl val="lvl"/>
          <dgm:resizeHandles val="exact"/>
        </dgm:presLayoutVars>
      </dgm:prSet>
      <dgm:spPr/>
    </dgm:pt>
    <dgm:pt modelId="{B1C9A463-97B6-4215-AAA6-4E3A76AC8494}" type="pres">
      <dgm:prSet presAssocID="{5B7C7CA2-E151-433D-93F5-26796743289F}" presName="composite" presStyleCnt="0"/>
      <dgm:spPr/>
    </dgm:pt>
    <dgm:pt modelId="{5D87DCD2-1EC9-4D3C-A2C3-154186563318}" type="pres">
      <dgm:prSet presAssocID="{5B7C7CA2-E151-433D-93F5-26796743289F}" presName="parTx" presStyleLbl="alignNode1" presStyleIdx="0" presStyleCnt="2">
        <dgm:presLayoutVars>
          <dgm:chMax val="0"/>
          <dgm:chPref val="0"/>
          <dgm:bulletEnabled val="1"/>
        </dgm:presLayoutVars>
      </dgm:prSet>
      <dgm:spPr/>
    </dgm:pt>
    <dgm:pt modelId="{F12F8B68-8CDD-457D-A93C-19842407DD33}" type="pres">
      <dgm:prSet presAssocID="{5B7C7CA2-E151-433D-93F5-26796743289F}" presName="desTx" presStyleLbl="alignAccFollowNode1" presStyleIdx="0" presStyleCnt="2">
        <dgm:presLayoutVars>
          <dgm:bulletEnabled val="1"/>
        </dgm:presLayoutVars>
      </dgm:prSet>
      <dgm:spPr/>
    </dgm:pt>
    <dgm:pt modelId="{F3A96548-8719-461C-ADD8-602933D821A9}" type="pres">
      <dgm:prSet presAssocID="{5600B802-3950-4A48-9982-69A46F18062E}" presName="space" presStyleCnt="0"/>
      <dgm:spPr/>
    </dgm:pt>
    <dgm:pt modelId="{11819D10-BB19-4111-BABC-74EAA2D6EFAA}" type="pres">
      <dgm:prSet presAssocID="{884B1C56-94ED-4D20-9577-4D5B08B16E76}" presName="composite" presStyleCnt="0"/>
      <dgm:spPr/>
    </dgm:pt>
    <dgm:pt modelId="{9440EB93-D0FC-4DDD-BF92-E32D1181401E}" type="pres">
      <dgm:prSet presAssocID="{884B1C56-94ED-4D20-9577-4D5B08B16E76}" presName="parTx" presStyleLbl="alignNode1" presStyleIdx="1" presStyleCnt="2">
        <dgm:presLayoutVars>
          <dgm:chMax val="0"/>
          <dgm:chPref val="0"/>
          <dgm:bulletEnabled val="1"/>
        </dgm:presLayoutVars>
      </dgm:prSet>
      <dgm:spPr/>
    </dgm:pt>
    <dgm:pt modelId="{49331A8F-6393-44AC-BC00-CBC394172460}" type="pres">
      <dgm:prSet presAssocID="{884B1C56-94ED-4D20-9577-4D5B08B16E76}" presName="desTx" presStyleLbl="alignAccFollowNode1" presStyleIdx="1" presStyleCnt="2">
        <dgm:presLayoutVars>
          <dgm:bulletEnabled val="1"/>
        </dgm:presLayoutVars>
      </dgm:prSet>
      <dgm:spPr/>
    </dgm:pt>
  </dgm:ptLst>
  <dgm:cxnLst>
    <dgm:cxn modelId="{4C263B05-71EA-4CDF-84A9-76D6C589202A}" srcId="{5B7C7CA2-E151-433D-93F5-26796743289F}" destId="{79FD0D2F-8FD0-46AC-A683-9E95F6388203}" srcOrd="2" destOrd="0" parTransId="{8A575133-8EA9-4579-9550-B37C74EB8987}" sibTransId="{BBF00704-864B-43D9-840B-21583E72DA54}"/>
    <dgm:cxn modelId="{20B30212-7004-44D1-A728-D3A917640DDF}" srcId="{42D95131-C6CD-4454-87E7-699BC382AEC6}" destId="{884B1C56-94ED-4D20-9577-4D5B08B16E76}" srcOrd="1" destOrd="0" parTransId="{989BFE11-A2DE-4894-B606-87E31C6AC140}" sibTransId="{3614BA59-0BBB-4A9B-9BFE-43A901508A58}"/>
    <dgm:cxn modelId="{A315E02B-D47D-4173-9741-820C936D880E}" srcId="{884B1C56-94ED-4D20-9577-4D5B08B16E76}" destId="{F9B4D546-2EE6-4CBC-BFAB-E4FA60461CF7}" srcOrd="2" destOrd="0" parTransId="{F22B2A56-ABB7-4025-B5C7-777BB501EB31}" sibTransId="{0AADD9C8-2BA6-40BB-B79C-45FE4075F425}"/>
    <dgm:cxn modelId="{AF7A9D3B-4F9D-4DAE-B5A3-B27FD933DDAB}" type="presOf" srcId="{FAD22AF1-FA0A-45DC-A454-68D74CA0D46C}" destId="{F12F8B68-8CDD-457D-A93C-19842407DD33}" srcOrd="0" destOrd="1" presId="urn:microsoft.com/office/officeart/2005/8/layout/hList1"/>
    <dgm:cxn modelId="{BAFDA948-B0A2-48C7-854C-6246538ABC0C}" type="presOf" srcId="{C42CF2A7-404B-448F-A422-6A90E79CEBE5}" destId="{49331A8F-6393-44AC-BC00-CBC394172460}" srcOrd="0" destOrd="1" presId="urn:microsoft.com/office/officeart/2005/8/layout/hList1"/>
    <dgm:cxn modelId="{63CD834F-5C33-41C5-854C-15810241E980}" type="presOf" srcId="{884B1C56-94ED-4D20-9577-4D5B08B16E76}" destId="{9440EB93-D0FC-4DDD-BF92-E32D1181401E}" srcOrd="0" destOrd="0" presId="urn:microsoft.com/office/officeart/2005/8/layout/hList1"/>
    <dgm:cxn modelId="{F57D1156-B974-4ADE-B7EF-6F70F456BE31}" type="presOf" srcId="{79FD0D2F-8FD0-46AC-A683-9E95F6388203}" destId="{F12F8B68-8CDD-457D-A93C-19842407DD33}" srcOrd="0" destOrd="2" presId="urn:microsoft.com/office/officeart/2005/8/layout/hList1"/>
    <dgm:cxn modelId="{EB3BF277-7D90-4B4E-84DE-2AA7C916C326}" type="presOf" srcId="{F9B4D546-2EE6-4CBC-BFAB-E4FA60461CF7}" destId="{49331A8F-6393-44AC-BC00-CBC394172460}" srcOrd="0" destOrd="2" presId="urn:microsoft.com/office/officeart/2005/8/layout/hList1"/>
    <dgm:cxn modelId="{E28E489A-6C7B-4796-9F02-ACFBF8B56BEA}" type="presOf" srcId="{42D95131-C6CD-4454-87E7-699BC382AEC6}" destId="{AE8A09D4-AE30-4333-9E8C-F4A941BDCE81}" srcOrd="0" destOrd="0" presId="urn:microsoft.com/office/officeart/2005/8/layout/hList1"/>
    <dgm:cxn modelId="{1D7716AB-0665-4F98-922A-FA9C38A151DA}" type="presOf" srcId="{21B8AACE-8D0D-4E9B-8F98-8C40D732FBBE}" destId="{F12F8B68-8CDD-457D-A93C-19842407DD33}" srcOrd="0" destOrd="0" presId="urn:microsoft.com/office/officeart/2005/8/layout/hList1"/>
    <dgm:cxn modelId="{15FEA0B8-99BD-423B-ABE9-1FF9655ADD8C}" srcId="{42D95131-C6CD-4454-87E7-699BC382AEC6}" destId="{5B7C7CA2-E151-433D-93F5-26796743289F}" srcOrd="0" destOrd="0" parTransId="{720A56CB-2E21-439C-8F55-F2B78014E146}" sibTransId="{5600B802-3950-4A48-9982-69A46F18062E}"/>
    <dgm:cxn modelId="{248BAEC3-AF79-4A26-B400-63E9A2E9B30B}" srcId="{884B1C56-94ED-4D20-9577-4D5B08B16E76}" destId="{0AD3C8E9-DB47-48CB-AF35-89B83290395B}" srcOrd="0" destOrd="0" parTransId="{CC83AEB3-BE10-4BA1-B5BE-C74D7E06BEED}" sibTransId="{04CD5FC9-00A0-4371-A7DB-AE4B91810499}"/>
    <dgm:cxn modelId="{5B430BCA-674B-4F1C-A94C-6A93BE0B2079}" srcId="{5B7C7CA2-E151-433D-93F5-26796743289F}" destId="{21B8AACE-8D0D-4E9B-8F98-8C40D732FBBE}" srcOrd="0" destOrd="0" parTransId="{F86C1465-74B6-4B22-AD57-AA1B144C912C}" sibTransId="{D9E7004B-18B2-400A-9383-79CD189F65F2}"/>
    <dgm:cxn modelId="{8BE066CB-E8EC-4F25-A0A3-C7D51F66610E}" srcId="{5B7C7CA2-E151-433D-93F5-26796743289F}" destId="{FAD22AF1-FA0A-45DC-A454-68D74CA0D46C}" srcOrd="1" destOrd="0" parTransId="{D074101D-4726-42B9-9838-1280E429B42E}" sibTransId="{38C8E435-583E-4492-8C6F-31DC4D4B4909}"/>
    <dgm:cxn modelId="{67D039CF-8002-486F-940D-269B94CDB7FA}" type="presOf" srcId="{0AD3C8E9-DB47-48CB-AF35-89B83290395B}" destId="{49331A8F-6393-44AC-BC00-CBC394172460}" srcOrd="0" destOrd="0" presId="urn:microsoft.com/office/officeart/2005/8/layout/hList1"/>
    <dgm:cxn modelId="{05D684EA-7E6B-49F7-A5B2-26B08EE6148E}" srcId="{884B1C56-94ED-4D20-9577-4D5B08B16E76}" destId="{C42CF2A7-404B-448F-A422-6A90E79CEBE5}" srcOrd="1" destOrd="0" parTransId="{26ABDBD7-55B5-4588-9B17-B2B01E24BA55}" sibTransId="{A37CC9DC-377F-4151-B2EC-8EBBD9EBD53F}"/>
    <dgm:cxn modelId="{2DCA3DFB-A586-4602-BEC9-EDE4D329835A}" type="presOf" srcId="{5B7C7CA2-E151-433D-93F5-26796743289F}" destId="{5D87DCD2-1EC9-4D3C-A2C3-154186563318}" srcOrd="0" destOrd="0" presId="urn:microsoft.com/office/officeart/2005/8/layout/hList1"/>
    <dgm:cxn modelId="{F29949AA-66D3-4500-B95C-34F88DC42AEA}" type="presParOf" srcId="{AE8A09D4-AE30-4333-9E8C-F4A941BDCE81}" destId="{B1C9A463-97B6-4215-AAA6-4E3A76AC8494}" srcOrd="0" destOrd="0" presId="urn:microsoft.com/office/officeart/2005/8/layout/hList1"/>
    <dgm:cxn modelId="{DB7EE762-598A-48B1-B49E-ABB6CF408E1D}" type="presParOf" srcId="{B1C9A463-97B6-4215-AAA6-4E3A76AC8494}" destId="{5D87DCD2-1EC9-4D3C-A2C3-154186563318}" srcOrd="0" destOrd="0" presId="urn:microsoft.com/office/officeart/2005/8/layout/hList1"/>
    <dgm:cxn modelId="{B24E796D-40CB-4919-938F-7451648D491F}" type="presParOf" srcId="{B1C9A463-97B6-4215-AAA6-4E3A76AC8494}" destId="{F12F8B68-8CDD-457D-A93C-19842407DD33}" srcOrd="1" destOrd="0" presId="urn:microsoft.com/office/officeart/2005/8/layout/hList1"/>
    <dgm:cxn modelId="{84C72E43-707E-4312-992B-B4E972A9A02B}" type="presParOf" srcId="{AE8A09D4-AE30-4333-9E8C-F4A941BDCE81}" destId="{F3A96548-8719-461C-ADD8-602933D821A9}" srcOrd="1" destOrd="0" presId="urn:microsoft.com/office/officeart/2005/8/layout/hList1"/>
    <dgm:cxn modelId="{BE6D465A-434C-494A-9C11-0E252BD4EC1D}" type="presParOf" srcId="{AE8A09D4-AE30-4333-9E8C-F4A941BDCE81}" destId="{11819D10-BB19-4111-BABC-74EAA2D6EFAA}" srcOrd="2" destOrd="0" presId="urn:microsoft.com/office/officeart/2005/8/layout/hList1"/>
    <dgm:cxn modelId="{7F67EA3B-BFBF-4DB4-B35F-C9FDFAE177EC}" type="presParOf" srcId="{11819D10-BB19-4111-BABC-74EAA2D6EFAA}" destId="{9440EB93-D0FC-4DDD-BF92-E32D1181401E}" srcOrd="0" destOrd="0" presId="urn:microsoft.com/office/officeart/2005/8/layout/hList1"/>
    <dgm:cxn modelId="{30F31B4E-7B65-4B0C-9F8C-8ECC0A5C0DF0}" type="presParOf" srcId="{11819D10-BB19-4111-BABC-74EAA2D6EFAA}" destId="{49331A8F-6393-44AC-BC00-CBC394172460}"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DF00712-6C67-49FF-A887-BB6FE2B4659E}" type="doc">
      <dgm:prSet loTypeId="urn:microsoft.com/office/officeart/2008/layout/NameandTitleOrganizationalChart" loCatId="hierarchy" qsTypeId="urn:microsoft.com/office/officeart/2005/8/quickstyle/simple1" qsCatId="simple" csTypeId="urn:microsoft.com/office/officeart/2005/8/colors/accent1_2" csCatId="accent1" phldr="1"/>
      <dgm:spPr/>
      <dgm:t>
        <a:bodyPr/>
        <a:lstStyle/>
        <a:p>
          <a:endParaRPr lang="en-IN"/>
        </a:p>
      </dgm:t>
    </dgm:pt>
    <dgm:pt modelId="{BACA544A-6907-4B56-99D5-1E94F7A89D61}">
      <dgm:prSet phldrT="[Text]"/>
      <dgm:spPr/>
      <dgm:t>
        <a:bodyPr/>
        <a:lstStyle/>
        <a:p>
          <a:r>
            <a:rPr lang="en-US" dirty="0"/>
            <a:t>Country level PO</a:t>
          </a:r>
          <a:endParaRPr lang="en-IN" dirty="0"/>
        </a:p>
      </dgm:t>
    </dgm:pt>
    <dgm:pt modelId="{40209DD6-DED9-4614-B19F-11FF6240ABDD}" type="parTrans" cxnId="{C51C0C52-FE4B-4D86-8852-1EE886DD7C75}">
      <dgm:prSet/>
      <dgm:spPr/>
      <dgm:t>
        <a:bodyPr/>
        <a:lstStyle/>
        <a:p>
          <a:endParaRPr lang="en-IN"/>
        </a:p>
      </dgm:t>
    </dgm:pt>
    <dgm:pt modelId="{0CE75B20-90EF-4848-BAE8-1E5ADD5F6BCE}" type="sibTrans" cxnId="{C51C0C52-FE4B-4D86-8852-1EE886DD7C75}">
      <dgm:prSet/>
      <dgm:spPr/>
      <dgm:t>
        <a:bodyPr/>
        <a:lstStyle/>
        <a:p>
          <a:endParaRPr lang="en-IN"/>
        </a:p>
      </dgm:t>
    </dgm:pt>
    <dgm:pt modelId="{8F508C1B-5BC9-41AD-B709-D231B222D098}" type="asst">
      <dgm:prSet phldrT="[Text]"/>
      <dgm:spPr/>
      <dgm:t>
        <a:bodyPr/>
        <a:lstStyle/>
        <a:p>
          <a:r>
            <a:rPr lang="en-US" dirty="0"/>
            <a:t>State level PO</a:t>
          </a:r>
          <a:endParaRPr lang="en-IN" dirty="0"/>
        </a:p>
      </dgm:t>
    </dgm:pt>
    <dgm:pt modelId="{C8FB659E-939C-407C-B01C-B98CCA816F1C}" type="parTrans" cxnId="{C140B5C2-8D0F-4995-B6D9-2EC15A4A4C38}">
      <dgm:prSet/>
      <dgm:spPr/>
      <dgm:t>
        <a:bodyPr/>
        <a:lstStyle/>
        <a:p>
          <a:endParaRPr lang="en-IN"/>
        </a:p>
      </dgm:t>
    </dgm:pt>
    <dgm:pt modelId="{D874EF3D-A251-4A33-8948-78744637A09C}" type="sibTrans" cxnId="{C140B5C2-8D0F-4995-B6D9-2EC15A4A4C38}">
      <dgm:prSet/>
      <dgm:spPr/>
      <dgm:t>
        <a:bodyPr/>
        <a:lstStyle/>
        <a:p>
          <a:endParaRPr lang="en-IN"/>
        </a:p>
      </dgm:t>
    </dgm:pt>
    <dgm:pt modelId="{A263E97A-B9D5-4DAF-A34E-7AB27E56B088}">
      <dgm:prSet phldrT="[Text]"/>
      <dgm:spPr/>
      <dgm:t>
        <a:bodyPr/>
        <a:lstStyle/>
        <a:p>
          <a:pPr>
            <a:buFont typeface="Arial" panose="020B0604020202020204" pitchFamily="34" charset="0"/>
            <a:buChar char="•"/>
          </a:pPr>
          <a:r>
            <a:rPr lang="en-US" dirty="0"/>
            <a:t>District PO</a:t>
          </a:r>
          <a:endParaRPr lang="en-IN" dirty="0"/>
        </a:p>
      </dgm:t>
    </dgm:pt>
    <dgm:pt modelId="{4112A6D0-EA44-47A4-8FB5-ADB1107225D4}" type="parTrans" cxnId="{DA074120-88DB-46DD-A6F5-4758A56828AA}">
      <dgm:prSet/>
      <dgm:spPr/>
      <dgm:t>
        <a:bodyPr/>
        <a:lstStyle/>
        <a:p>
          <a:endParaRPr lang="en-IN"/>
        </a:p>
      </dgm:t>
    </dgm:pt>
    <dgm:pt modelId="{4DB12B08-1096-4A99-8EEF-A2BC73278193}" type="sibTrans" cxnId="{DA074120-88DB-46DD-A6F5-4758A56828AA}">
      <dgm:prSet/>
      <dgm:spPr/>
      <dgm:t>
        <a:bodyPr/>
        <a:lstStyle/>
        <a:p>
          <a:endParaRPr lang="en-IN"/>
        </a:p>
      </dgm:t>
    </dgm:pt>
    <dgm:pt modelId="{1D1B8677-E859-4030-9D0E-B7524EFFBD60}">
      <dgm:prSet phldrT="[Text]"/>
      <dgm:spPr/>
      <dgm:t>
        <a:bodyPr/>
        <a:lstStyle/>
        <a:p>
          <a:r>
            <a:rPr lang="en-US" dirty="0"/>
            <a:t>District PO</a:t>
          </a:r>
          <a:endParaRPr lang="en-IN" dirty="0"/>
        </a:p>
      </dgm:t>
    </dgm:pt>
    <dgm:pt modelId="{C7E61318-9036-4104-9FB8-EBCA13B454F8}" type="parTrans" cxnId="{799E9EC3-D00B-49C4-BF94-FC9F6882C4B0}">
      <dgm:prSet/>
      <dgm:spPr/>
      <dgm:t>
        <a:bodyPr/>
        <a:lstStyle/>
        <a:p>
          <a:endParaRPr lang="en-IN"/>
        </a:p>
      </dgm:t>
    </dgm:pt>
    <dgm:pt modelId="{3FB35267-6746-47B4-92AE-23509ABD7C16}" type="sibTrans" cxnId="{799E9EC3-D00B-49C4-BF94-FC9F6882C4B0}">
      <dgm:prSet/>
      <dgm:spPr/>
      <dgm:t>
        <a:bodyPr/>
        <a:lstStyle/>
        <a:p>
          <a:endParaRPr lang="en-IN"/>
        </a:p>
      </dgm:t>
    </dgm:pt>
    <dgm:pt modelId="{E59FCF6E-D0C1-4C85-8E64-1ACD400EDD30}">
      <dgm:prSet phldrT="[Text]"/>
      <dgm:spPr/>
      <dgm:t>
        <a:bodyPr/>
        <a:lstStyle/>
        <a:p>
          <a:r>
            <a:rPr lang="en-US" dirty="0"/>
            <a:t>District PO</a:t>
          </a:r>
          <a:endParaRPr lang="en-IN" dirty="0"/>
        </a:p>
      </dgm:t>
    </dgm:pt>
    <dgm:pt modelId="{1051D66F-5EFF-47B0-998F-1241E098A70C}" type="parTrans" cxnId="{5E7B624D-9B81-49BE-ADEC-E5EA33F402AF}">
      <dgm:prSet/>
      <dgm:spPr/>
      <dgm:t>
        <a:bodyPr/>
        <a:lstStyle/>
        <a:p>
          <a:endParaRPr lang="en-IN"/>
        </a:p>
      </dgm:t>
    </dgm:pt>
    <dgm:pt modelId="{9EF52268-178E-4030-97AC-15909B7DD497}" type="sibTrans" cxnId="{5E7B624D-9B81-49BE-ADEC-E5EA33F402AF}">
      <dgm:prSet/>
      <dgm:spPr/>
      <dgm:t>
        <a:bodyPr/>
        <a:lstStyle/>
        <a:p>
          <a:endParaRPr lang="en-IN"/>
        </a:p>
      </dgm:t>
    </dgm:pt>
    <dgm:pt modelId="{C74620AB-A0B4-4DC6-B161-5266AD4383C3}" type="asst">
      <dgm:prSet phldrT="[Text]"/>
      <dgm:spPr/>
      <dgm:t>
        <a:bodyPr/>
        <a:lstStyle/>
        <a:p>
          <a:r>
            <a:rPr lang="en-US" dirty="0"/>
            <a:t>State level PO</a:t>
          </a:r>
          <a:endParaRPr lang="en-IN" dirty="0"/>
        </a:p>
      </dgm:t>
    </dgm:pt>
    <dgm:pt modelId="{B848B82F-F2FB-4FF1-9912-3C46DCEF1214}" type="parTrans" cxnId="{4A6AC95C-1BCE-40E0-962F-51CC9A1FE9ED}">
      <dgm:prSet/>
      <dgm:spPr/>
      <dgm:t>
        <a:bodyPr/>
        <a:lstStyle/>
        <a:p>
          <a:endParaRPr lang="en-IN"/>
        </a:p>
      </dgm:t>
    </dgm:pt>
    <dgm:pt modelId="{C85542FC-A698-454A-BACA-4640478F45C4}" type="sibTrans" cxnId="{4A6AC95C-1BCE-40E0-962F-51CC9A1FE9ED}">
      <dgm:prSet/>
      <dgm:spPr/>
      <dgm:t>
        <a:bodyPr/>
        <a:lstStyle/>
        <a:p>
          <a:endParaRPr lang="en-IN"/>
        </a:p>
      </dgm:t>
    </dgm:pt>
    <dgm:pt modelId="{B7EF97DA-FBC1-423A-9340-19B8B08211C5}">
      <dgm:prSet phldrT="[Text]"/>
      <dgm:spPr/>
      <dgm:t>
        <a:bodyPr/>
        <a:lstStyle/>
        <a:p>
          <a:r>
            <a:rPr lang="en-US" dirty="0"/>
            <a:t>Area level PO</a:t>
          </a:r>
          <a:endParaRPr lang="en-IN" dirty="0"/>
        </a:p>
      </dgm:t>
    </dgm:pt>
    <dgm:pt modelId="{EF6211E5-2DD3-4D05-910F-6867A567AD5B}" type="parTrans" cxnId="{BF53D079-470B-43DD-AED9-EA2E14BBF463}">
      <dgm:prSet/>
      <dgm:spPr/>
      <dgm:t>
        <a:bodyPr/>
        <a:lstStyle/>
        <a:p>
          <a:endParaRPr lang="en-IN"/>
        </a:p>
      </dgm:t>
    </dgm:pt>
    <dgm:pt modelId="{5A5FFBF6-AC77-4DFD-9C17-BAF86C9922F6}" type="sibTrans" cxnId="{BF53D079-470B-43DD-AED9-EA2E14BBF463}">
      <dgm:prSet/>
      <dgm:spPr/>
      <dgm:t>
        <a:bodyPr/>
        <a:lstStyle/>
        <a:p>
          <a:endParaRPr lang="en-IN"/>
        </a:p>
      </dgm:t>
    </dgm:pt>
    <dgm:pt modelId="{20661FCD-5822-4D26-829A-034A07038C35}">
      <dgm:prSet phldrT="[Text]"/>
      <dgm:spPr/>
      <dgm:t>
        <a:bodyPr/>
        <a:lstStyle/>
        <a:p>
          <a:r>
            <a:rPr lang="en-US" dirty="0"/>
            <a:t>Area level PO</a:t>
          </a:r>
          <a:endParaRPr lang="en-IN" dirty="0"/>
        </a:p>
      </dgm:t>
    </dgm:pt>
    <dgm:pt modelId="{6C4C8E82-097C-4AC2-80E9-BA2D2037F414}" type="parTrans" cxnId="{96E852AB-A052-46E0-B2DB-0F033CFBBEF4}">
      <dgm:prSet/>
      <dgm:spPr/>
      <dgm:t>
        <a:bodyPr/>
        <a:lstStyle/>
        <a:p>
          <a:endParaRPr lang="en-IN"/>
        </a:p>
      </dgm:t>
    </dgm:pt>
    <dgm:pt modelId="{984EF697-9123-41DE-810D-B8121F43D995}" type="sibTrans" cxnId="{96E852AB-A052-46E0-B2DB-0F033CFBBEF4}">
      <dgm:prSet/>
      <dgm:spPr/>
      <dgm:t>
        <a:bodyPr/>
        <a:lstStyle/>
        <a:p>
          <a:endParaRPr lang="en-IN"/>
        </a:p>
      </dgm:t>
    </dgm:pt>
    <dgm:pt modelId="{961265FF-153C-4DDF-8BF4-BA39017D214D}">
      <dgm:prSet phldrT="[Text]"/>
      <dgm:spPr/>
      <dgm:t>
        <a:bodyPr/>
        <a:lstStyle/>
        <a:p>
          <a:r>
            <a:rPr lang="en-US" dirty="0"/>
            <a:t>Area level PO</a:t>
          </a:r>
          <a:endParaRPr lang="en-IN" dirty="0"/>
        </a:p>
      </dgm:t>
    </dgm:pt>
    <dgm:pt modelId="{2CC1BEF5-4145-43EF-B317-3672E0B520B8}" type="parTrans" cxnId="{9BAC07D4-6E00-437F-9F64-180582F3BE9B}">
      <dgm:prSet/>
      <dgm:spPr/>
      <dgm:t>
        <a:bodyPr/>
        <a:lstStyle/>
        <a:p>
          <a:endParaRPr lang="en-IN"/>
        </a:p>
      </dgm:t>
    </dgm:pt>
    <dgm:pt modelId="{C368ABA1-258A-485B-B595-DCFCBF7F869F}" type="sibTrans" cxnId="{9BAC07D4-6E00-437F-9F64-180582F3BE9B}">
      <dgm:prSet/>
      <dgm:spPr/>
      <dgm:t>
        <a:bodyPr/>
        <a:lstStyle/>
        <a:p>
          <a:endParaRPr lang="en-IN"/>
        </a:p>
      </dgm:t>
    </dgm:pt>
    <dgm:pt modelId="{8BEB22A3-04EA-414F-8659-776A96218654}">
      <dgm:prSet phldrT="[Text]"/>
      <dgm:spPr/>
      <dgm:t>
        <a:bodyPr/>
        <a:lstStyle/>
        <a:p>
          <a:r>
            <a:rPr lang="en-US" dirty="0"/>
            <a:t>Delivery Boy-1</a:t>
          </a:r>
          <a:endParaRPr lang="en-IN" dirty="0"/>
        </a:p>
      </dgm:t>
    </dgm:pt>
    <dgm:pt modelId="{8C02D450-3F00-4659-BAD7-73F447166900}" type="parTrans" cxnId="{876A9C44-7FCB-4016-A008-C74075F04A97}">
      <dgm:prSet/>
      <dgm:spPr/>
      <dgm:t>
        <a:bodyPr/>
        <a:lstStyle/>
        <a:p>
          <a:endParaRPr lang="en-IN"/>
        </a:p>
      </dgm:t>
    </dgm:pt>
    <dgm:pt modelId="{8675F737-735C-4826-B17A-97D626AEB8DF}" type="sibTrans" cxnId="{876A9C44-7FCB-4016-A008-C74075F04A97}">
      <dgm:prSet/>
      <dgm:spPr/>
      <dgm:t>
        <a:bodyPr/>
        <a:lstStyle/>
        <a:p>
          <a:endParaRPr lang="en-IN"/>
        </a:p>
      </dgm:t>
    </dgm:pt>
    <dgm:pt modelId="{DF2084FD-4FB0-44E7-9152-910DDD80C064}">
      <dgm:prSet phldrT="[Text]"/>
      <dgm:spPr/>
      <dgm:t>
        <a:bodyPr/>
        <a:lstStyle/>
        <a:p>
          <a:r>
            <a:rPr lang="en-US" dirty="0"/>
            <a:t>Delivery Boy -2</a:t>
          </a:r>
          <a:endParaRPr lang="en-IN" dirty="0"/>
        </a:p>
      </dgm:t>
    </dgm:pt>
    <dgm:pt modelId="{C3011760-5498-4918-A6C5-937FD1A57211}" type="parTrans" cxnId="{40B270B9-CAD8-4046-9D0C-F6DD42BD2C97}">
      <dgm:prSet/>
      <dgm:spPr/>
      <dgm:t>
        <a:bodyPr/>
        <a:lstStyle/>
        <a:p>
          <a:endParaRPr lang="en-IN"/>
        </a:p>
      </dgm:t>
    </dgm:pt>
    <dgm:pt modelId="{B72E9ACC-E0FB-4523-AC57-189E4DE48B8E}" type="sibTrans" cxnId="{40B270B9-CAD8-4046-9D0C-F6DD42BD2C97}">
      <dgm:prSet/>
      <dgm:spPr/>
      <dgm:t>
        <a:bodyPr/>
        <a:lstStyle/>
        <a:p>
          <a:endParaRPr lang="en-IN"/>
        </a:p>
      </dgm:t>
    </dgm:pt>
    <dgm:pt modelId="{249F6573-CB72-4A95-AF0E-AFCFA0FDB454}">
      <dgm:prSet phldrT="[Text]"/>
      <dgm:spPr/>
      <dgm:t>
        <a:bodyPr/>
        <a:lstStyle/>
        <a:p>
          <a:r>
            <a:rPr lang="en-US" dirty="0"/>
            <a:t>Delivery Boy-3</a:t>
          </a:r>
          <a:endParaRPr lang="en-IN" dirty="0"/>
        </a:p>
      </dgm:t>
    </dgm:pt>
    <dgm:pt modelId="{6A5D922C-5D93-4C04-9833-2FA4510AAB93}" type="parTrans" cxnId="{495CD396-9EF3-48FB-B2D7-CBD31D612356}">
      <dgm:prSet/>
      <dgm:spPr/>
      <dgm:t>
        <a:bodyPr/>
        <a:lstStyle/>
        <a:p>
          <a:endParaRPr lang="en-IN"/>
        </a:p>
      </dgm:t>
    </dgm:pt>
    <dgm:pt modelId="{CA950708-15DF-4746-BC00-8C54B0E22F60}" type="sibTrans" cxnId="{495CD396-9EF3-48FB-B2D7-CBD31D612356}">
      <dgm:prSet/>
      <dgm:spPr/>
      <dgm:t>
        <a:bodyPr/>
        <a:lstStyle/>
        <a:p>
          <a:endParaRPr lang="en-IN"/>
        </a:p>
      </dgm:t>
    </dgm:pt>
    <dgm:pt modelId="{AE0EE8A1-0D53-4164-A4AA-65AFD44C2FC5}" type="pres">
      <dgm:prSet presAssocID="{ADF00712-6C67-49FF-A887-BB6FE2B4659E}" presName="hierChild1" presStyleCnt="0">
        <dgm:presLayoutVars>
          <dgm:orgChart val="1"/>
          <dgm:chPref val="1"/>
          <dgm:dir/>
          <dgm:animOne val="branch"/>
          <dgm:animLvl val="lvl"/>
          <dgm:resizeHandles/>
        </dgm:presLayoutVars>
      </dgm:prSet>
      <dgm:spPr/>
    </dgm:pt>
    <dgm:pt modelId="{DF087A6D-E987-4622-A0AF-AFA96B811CAA}" type="pres">
      <dgm:prSet presAssocID="{BACA544A-6907-4B56-99D5-1E94F7A89D61}" presName="hierRoot1" presStyleCnt="0">
        <dgm:presLayoutVars>
          <dgm:hierBranch val="init"/>
        </dgm:presLayoutVars>
      </dgm:prSet>
      <dgm:spPr/>
    </dgm:pt>
    <dgm:pt modelId="{CCD0149D-8A3B-442B-8EF9-3B5C561785C5}" type="pres">
      <dgm:prSet presAssocID="{BACA544A-6907-4B56-99D5-1E94F7A89D61}" presName="rootComposite1" presStyleCnt="0"/>
      <dgm:spPr/>
    </dgm:pt>
    <dgm:pt modelId="{8EF0DA07-B3A9-4719-BA25-FE5360CB2CF0}" type="pres">
      <dgm:prSet presAssocID="{BACA544A-6907-4B56-99D5-1E94F7A89D61}" presName="rootText1" presStyleLbl="node0" presStyleIdx="0" presStyleCnt="1">
        <dgm:presLayoutVars>
          <dgm:chMax/>
          <dgm:chPref val="3"/>
        </dgm:presLayoutVars>
      </dgm:prSet>
      <dgm:spPr/>
    </dgm:pt>
    <dgm:pt modelId="{31E4EDD4-6190-48E9-8E4B-16E3644B0157}" type="pres">
      <dgm:prSet presAssocID="{BACA544A-6907-4B56-99D5-1E94F7A89D61}" presName="titleText1" presStyleLbl="fgAcc0" presStyleIdx="0" presStyleCnt="1">
        <dgm:presLayoutVars>
          <dgm:chMax val="0"/>
          <dgm:chPref val="0"/>
        </dgm:presLayoutVars>
      </dgm:prSet>
      <dgm:spPr/>
    </dgm:pt>
    <dgm:pt modelId="{C1E0696E-A93D-48F8-BB2B-6E8515CB5D62}" type="pres">
      <dgm:prSet presAssocID="{BACA544A-6907-4B56-99D5-1E94F7A89D61}" presName="rootConnector1" presStyleLbl="node1" presStyleIdx="0" presStyleCnt="9"/>
      <dgm:spPr/>
    </dgm:pt>
    <dgm:pt modelId="{898808D6-E128-43B2-9D4F-F64D5E677F3E}" type="pres">
      <dgm:prSet presAssocID="{BACA544A-6907-4B56-99D5-1E94F7A89D61}" presName="hierChild2" presStyleCnt="0"/>
      <dgm:spPr/>
    </dgm:pt>
    <dgm:pt modelId="{243ACAF0-1761-4CF9-9B17-656902F84813}" type="pres">
      <dgm:prSet presAssocID="{4112A6D0-EA44-47A4-8FB5-ADB1107225D4}" presName="Name37" presStyleLbl="parChTrans1D2" presStyleIdx="0" presStyleCnt="5"/>
      <dgm:spPr/>
    </dgm:pt>
    <dgm:pt modelId="{9641BA0F-0A94-4E45-9580-ED69AFEE7128}" type="pres">
      <dgm:prSet presAssocID="{A263E97A-B9D5-4DAF-A34E-7AB27E56B088}" presName="hierRoot2" presStyleCnt="0">
        <dgm:presLayoutVars>
          <dgm:hierBranch val="init"/>
        </dgm:presLayoutVars>
      </dgm:prSet>
      <dgm:spPr/>
    </dgm:pt>
    <dgm:pt modelId="{09745BDF-2B56-48EB-ADC9-94309E135C90}" type="pres">
      <dgm:prSet presAssocID="{A263E97A-B9D5-4DAF-A34E-7AB27E56B088}" presName="rootComposite" presStyleCnt="0"/>
      <dgm:spPr/>
    </dgm:pt>
    <dgm:pt modelId="{A17862AF-41E3-40FF-B7EC-80FEA3E53764}" type="pres">
      <dgm:prSet presAssocID="{A263E97A-B9D5-4DAF-A34E-7AB27E56B088}" presName="rootText" presStyleLbl="node1" presStyleIdx="0" presStyleCnt="9">
        <dgm:presLayoutVars>
          <dgm:chMax/>
          <dgm:chPref val="3"/>
        </dgm:presLayoutVars>
      </dgm:prSet>
      <dgm:spPr/>
    </dgm:pt>
    <dgm:pt modelId="{B6585C7C-D05A-48E2-86D0-4DD1AD3A815F}" type="pres">
      <dgm:prSet presAssocID="{A263E97A-B9D5-4DAF-A34E-7AB27E56B088}" presName="titleText2" presStyleLbl="fgAcc1" presStyleIdx="0" presStyleCnt="9">
        <dgm:presLayoutVars>
          <dgm:chMax val="0"/>
          <dgm:chPref val="0"/>
        </dgm:presLayoutVars>
      </dgm:prSet>
      <dgm:spPr/>
    </dgm:pt>
    <dgm:pt modelId="{1E82733B-E594-49A6-B06B-C51D9C0F2DEA}" type="pres">
      <dgm:prSet presAssocID="{A263E97A-B9D5-4DAF-A34E-7AB27E56B088}" presName="rootConnector" presStyleLbl="node2" presStyleIdx="0" presStyleCnt="0"/>
      <dgm:spPr/>
    </dgm:pt>
    <dgm:pt modelId="{E7BC0EB2-8034-4FA9-909B-BDDD0256F877}" type="pres">
      <dgm:prSet presAssocID="{A263E97A-B9D5-4DAF-A34E-7AB27E56B088}" presName="hierChild4" presStyleCnt="0"/>
      <dgm:spPr/>
    </dgm:pt>
    <dgm:pt modelId="{EB2AF0E0-9E23-44BD-B52B-3B1648EA6C60}" type="pres">
      <dgm:prSet presAssocID="{A263E97A-B9D5-4DAF-A34E-7AB27E56B088}" presName="hierChild5" presStyleCnt="0"/>
      <dgm:spPr/>
    </dgm:pt>
    <dgm:pt modelId="{0C2D2929-747D-41FB-9EE5-5508CA608466}" type="pres">
      <dgm:prSet presAssocID="{C7E61318-9036-4104-9FB8-EBCA13B454F8}" presName="Name37" presStyleLbl="parChTrans1D2" presStyleIdx="1" presStyleCnt="5"/>
      <dgm:spPr/>
    </dgm:pt>
    <dgm:pt modelId="{39F3E73C-45BD-4727-A6F6-C32220E5D744}" type="pres">
      <dgm:prSet presAssocID="{1D1B8677-E859-4030-9D0E-B7524EFFBD60}" presName="hierRoot2" presStyleCnt="0">
        <dgm:presLayoutVars>
          <dgm:hierBranch val="init"/>
        </dgm:presLayoutVars>
      </dgm:prSet>
      <dgm:spPr/>
    </dgm:pt>
    <dgm:pt modelId="{2CAA1EDE-8D1C-4E77-BCD6-C6E6A36A0C9A}" type="pres">
      <dgm:prSet presAssocID="{1D1B8677-E859-4030-9D0E-B7524EFFBD60}" presName="rootComposite" presStyleCnt="0"/>
      <dgm:spPr/>
    </dgm:pt>
    <dgm:pt modelId="{303CA0B4-537B-4B3E-84B0-E817DBD3A2D6}" type="pres">
      <dgm:prSet presAssocID="{1D1B8677-E859-4030-9D0E-B7524EFFBD60}" presName="rootText" presStyleLbl="node1" presStyleIdx="1" presStyleCnt="9">
        <dgm:presLayoutVars>
          <dgm:chMax/>
          <dgm:chPref val="3"/>
        </dgm:presLayoutVars>
      </dgm:prSet>
      <dgm:spPr/>
    </dgm:pt>
    <dgm:pt modelId="{2C00CA16-0657-4AA9-A539-C233C0ABDEDB}" type="pres">
      <dgm:prSet presAssocID="{1D1B8677-E859-4030-9D0E-B7524EFFBD60}" presName="titleText2" presStyleLbl="fgAcc1" presStyleIdx="1" presStyleCnt="9">
        <dgm:presLayoutVars>
          <dgm:chMax val="0"/>
          <dgm:chPref val="0"/>
        </dgm:presLayoutVars>
      </dgm:prSet>
      <dgm:spPr/>
    </dgm:pt>
    <dgm:pt modelId="{A33ABF12-C5AF-4F53-BB5E-20F7691A1E23}" type="pres">
      <dgm:prSet presAssocID="{1D1B8677-E859-4030-9D0E-B7524EFFBD60}" presName="rootConnector" presStyleLbl="node2" presStyleIdx="0" presStyleCnt="0"/>
      <dgm:spPr/>
    </dgm:pt>
    <dgm:pt modelId="{86A24971-63FB-40F7-85D6-3694B40D5EEA}" type="pres">
      <dgm:prSet presAssocID="{1D1B8677-E859-4030-9D0E-B7524EFFBD60}" presName="hierChild4" presStyleCnt="0"/>
      <dgm:spPr/>
    </dgm:pt>
    <dgm:pt modelId="{F402A142-778C-4A22-91BE-38877A9EC083}" type="pres">
      <dgm:prSet presAssocID="{EF6211E5-2DD3-4D05-910F-6867A567AD5B}" presName="Name37" presStyleLbl="parChTrans1D3" presStyleIdx="0" presStyleCnt="3"/>
      <dgm:spPr/>
    </dgm:pt>
    <dgm:pt modelId="{4E178041-28B2-4797-AFCA-684E7626C8D1}" type="pres">
      <dgm:prSet presAssocID="{B7EF97DA-FBC1-423A-9340-19B8B08211C5}" presName="hierRoot2" presStyleCnt="0">
        <dgm:presLayoutVars>
          <dgm:hierBranch val="init"/>
        </dgm:presLayoutVars>
      </dgm:prSet>
      <dgm:spPr/>
    </dgm:pt>
    <dgm:pt modelId="{CCB9CBD7-8D72-408E-B77D-E1A1C62B804B}" type="pres">
      <dgm:prSet presAssocID="{B7EF97DA-FBC1-423A-9340-19B8B08211C5}" presName="rootComposite" presStyleCnt="0"/>
      <dgm:spPr/>
    </dgm:pt>
    <dgm:pt modelId="{CD391B19-6B7E-4D0F-BC92-8888E90412C5}" type="pres">
      <dgm:prSet presAssocID="{B7EF97DA-FBC1-423A-9340-19B8B08211C5}" presName="rootText" presStyleLbl="node1" presStyleIdx="2" presStyleCnt="9">
        <dgm:presLayoutVars>
          <dgm:chMax/>
          <dgm:chPref val="3"/>
        </dgm:presLayoutVars>
      </dgm:prSet>
      <dgm:spPr/>
    </dgm:pt>
    <dgm:pt modelId="{BB0A0857-F759-4F62-B2CB-56D6629C3C21}" type="pres">
      <dgm:prSet presAssocID="{B7EF97DA-FBC1-423A-9340-19B8B08211C5}" presName="titleText2" presStyleLbl="fgAcc1" presStyleIdx="2" presStyleCnt="9">
        <dgm:presLayoutVars>
          <dgm:chMax val="0"/>
          <dgm:chPref val="0"/>
        </dgm:presLayoutVars>
      </dgm:prSet>
      <dgm:spPr/>
    </dgm:pt>
    <dgm:pt modelId="{19C8FBB5-7DEB-4804-867A-D2E697E80C18}" type="pres">
      <dgm:prSet presAssocID="{B7EF97DA-FBC1-423A-9340-19B8B08211C5}" presName="rootConnector" presStyleLbl="node3" presStyleIdx="0" presStyleCnt="0"/>
      <dgm:spPr/>
    </dgm:pt>
    <dgm:pt modelId="{8BBACADF-ADCE-4EC4-B18D-01CA6D1C070E}" type="pres">
      <dgm:prSet presAssocID="{B7EF97DA-FBC1-423A-9340-19B8B08211C5}" presName="hierChild4" presStyleCnt="0"/>
      <dgm:spPr/>
    </dgm:pt>
    <dgm:pt modelId="{092CADF2-97B7-4596-862C-49A12CA9FF26}" type="pres">
      <dgm:prSet presAssocID="{B7EF97DA-FBC1-423A-9340-19B8B08211C5}" presName="hierChild5" presStyleCnt="0"/>
      <dgm:spPr/>
    </dgm:pt>
    <dgm:pt modelId="{D731FF10-C618-4958-996B-7B29464A5F2D}" type="pres">
      <dgm:prSet presAssocID="{6C4C8E82-097C-4AC2-80E9-BA2D2037F414}" presName="Name37" presStyleLbl="parChTrans1D3" presStyleIdx="1" presStyleCnt="3"/>
      <dgm:spPr/>
    </dgm:pt>
    <dgm:pt modelId="{89D8BCB0-52CB-4412-9234-684E4ACE185C}" type="pres">
      <dgm:prSet presAssocID="{20661FCD-5822-4D26-829A-034A07038C35}" presName="hierRoot2" presStyleCnt="0">
        <dgm:presLayoutVars>
          <dgm:hierBranch val="init"/>
        </dgm:presLayoutVars>
      </dgm:prSet>
      <dgm:spPr/>
    </dgm:pt>
    <dgm:pt modelId="{62115292-0004-4D8A-8463-655298985617}" type="pres">
      <dgm:prSet presAssocID="{20661FCD-5822-4D26-829A-034A07038C35}" presName="rootComposite" presStyleCnt="0"/>
      <dgm:spPr/>
    </dgm:pt>
    <dgm:pt modelId="{44F814E9-54E7-4B89-A814-9B9E93ED174C}" type="pres">
      <dgm:prSet presAssocID="{20661FCD-5822-4D26-829A-034A07038C35}" presName="rootText" presStyleLbl="node1" presStyleIdx="3" presStyleCnt="9">
        <dgm:presLayoutVars>
          <dgm:chMax/>
          <dgm:chPref val="3"/>
        </dgm:presLayoutVars>
      </dgm:prSet>
      <dgm:spPr/>
    </dgm:pt>
    <dgm:pt modelId="{05321BE9-021E-43F4-8FD1-B0275B5CEDA8}" type="pres">
      <dgm:prSet presAssocID="{20661FCD-5822-4D26-829A-034A07038C35}" presName="titleText2" presStyleLbl="fgAcc1" presStyleIdx="3" presStyleCnt="9">
        <dgm:presLayoutVars>
          <dgm:chMax val="0"/>
          <dgm:chPref val="0"/>
        </dgm:presLayoutVars>
      </dgm:prSet>
      <dgm:spPr/>
    </dgm:pt>
    <dgm:pt modelId="{79DA66AD-DED7-4EFA-859D-BFAC03D78CC7}" type="pres">
      <dgm:prSet presAssocID="{20661FCD-5822-4D26-829A-034A07038C35}" presName="rootConnector" presStyleLbl="node3" presStyleIdx="0" presStyleCnt="0"/>
      <dgm:spPr/>
    </dgm:pt>
    <dgm:pt modelId="{559ACD46-E9C6-4338-A81C-D2425389FF7C}" type="pres">
      <dgm:prSet presAssocID="{20661FCD-5822-4D26-829A-034A07038C35}" presName="hierChild4" presStyleCnt="0"/>
      <dgm:spPr/>
    </dgm:pt>
    <dgm:pt modelId="{7A45CE1B-5596-4A2A-9B55-6784BA071CCA}" type="pres">
      <dgm:prSet presAssocID="{20661FCD-5822-4D26-829A-034A07038C35}" presName="hierChild5" presStyleCnt="0"/>
      <dgm:spPr/>
    </dgm:pt>
    <dgm:pt modelId="{F45417F1-9AE1-4DC6-AAB5-DF92A379E123}" type="pres">
      <dgm:prSet presAssocID="{2CC1BEF5-4145-43EF-B317-3672E0B520B8}" presName="Name37" presStyleLbl="parChTrans1D3" presStyleIdx="2" presStyleCnt="3"/>
      <dgm:spPr/>
    </dgm:pt>
    <dgm:pt modelId="{D6A9CDEF-75C4-49DC-B07C-1F3B2CE17981}" type="pres">
      <dgm:prSet presAssocID="{961265FF-153C-4DDF-8BF4-BA39017D214D}" presName="hierRoot2" presStyleCnt="0">
        <dgm:presLayoutVars>
          <dgm:hierBranch val="init"/>
        </dgm:presLayoutVars>
      </dgm:prSet>
      <dgm:spPr/>
    </dgm:pt>
    <dgm:pt modelId="{3D887D51-684B-4654-B56B-C2389BB2C127}" type="pres">
      <dgm:prSet presAssocID="{961265FF-153C-4DDF-8BF4-BA39017D214D}" presName="rootComposite" presStyleCnt="0"/>
      <dgm:spPr/>
    </dgm:pt>
    <dgm:pt modelId="{834C088E-186E-426E-99D9-8D24514EDCA9}" type="pres">
      <dgm:prSet presAssocID="{961265FF-153C-4DDF-8BF4-BA39017D214D}" presName="rootText" presStyleLbl="node1" presStyleIdx="4" presStyleCnt="9">
        <dgm:presLayoutVars>
          <dgm:chMax/>
          <dgm:chPref val="3"/>
        </dgm:presLayoutVars>
      </dgm:prSet>
      <dgm:spPr/>
    </dgm:pt>
    <dgm:pt modelId="{E93F80F9-E00C-4379-87EF-621AB8762A84}" type="pres">
      <dgm:prSet presAssocID="{961265FF-153C-4DDF-8BF4-BA39017D214D}" presName="titleText2" presStyleLbl="fgAcc1" presStyleIdx="4" presStyleCnt="9">
        <dgm:presLayoutVars>
          <dgm:chMax val="0"/>
          <dgm:chPref val="0"/>
        </dgm:presLayoutVars>
      </dgm:prSet>
      <dgm:spPr/>
    </dgm:pt>
    <dgm:pt modelId="{88DB46D6-68EF-47D2-803E-78C085AD5312}" type="pres">
      <dgm:prSet presAssocID="{961265FF-153C-4DDF-8BF4-BA39017D214D}" presName="rootConnector" presStyleLbl="node3" presStyleIdx="0" presStyleCnt="0"/>
      <dgm:spPr/>
    </dgm:pt>
    <dgm:pt modelId="{785C3FD3-79B0-4B3F-B0EE-8FCED593B8FC}" type="pres">
      <dgm:prSet presAssocID="{961265FF-153C-4DDF-8BF4-BA39017D214D}" presName="hierChild4" presStyleCnt="0"/>
      <dgm:spPr/>
    </dgm:pt>
    <dgm:pt modelId="{575A38D0-CFB6-4F64-833B-265C943B4D12}" type="pres">
      <dgm:prSet presAssocID="{8C02D450-3F00-4659-BAD7-73F447166900}" presName="Name37" presStyleLbl="parChTrans1D4" presStyleIdx="0" presStyleCnt="3"/>
      <dgm:spPr/>
    </dgm:pt>
    <dgm:pt modelId="{090E00CB-610F-40D8-928B-95D6413A065B}" type="pres">
      <dgm:prSet presAssocID="{8BEB22A3-04EA-414F-8659-776A96218654}" presName="hierRoot2" presStyleCnt="0">
        <dgm:presLayoutVars>
          <dgm:hierBranch val="init"/>
        </dgm:presLayoutVars>
      </dgm:prSet>
      <dgm:spPr/>
    </dgm:pt>
    <dgm:pt modelId="{FAE75FFB-7CBD-41DA-A782-884BF9A60868}" type="pres">
      <dgm:prSet presAssocID="{8BEB22A3-04EA-414F-8659-776A96218654}" presName="rootComposite" presStyleCnt="0"/>
      <dgm:spPr/>
    </dgm:pt>
    <dgm:pt modelId="{BC74FD37-175F-4FE8-A2A9-CB4AC28EBD0E}" type="pres">
      <dgm:prSet presAssocID="{8BEB22A3-04EA-414F-8659-776A96218654}" presName="rootText" presStyleLbl="node1" presStyleIdx="5" presStyleCnt="9">
        <dgm:presLayoutVars>
          <dgm:chMax/>
          <dgm:chPref val="3"/>
        </dgm:presLayoutVars>
      </dgm:prSet>
      <dgm:spPr/>
    </dgm:pt>
    <dgm:pt modelId="{0313C76D-2B57-47D5-9AC3-AB25B7C40BA6}" type="pres">
      <dgm:prSet presAssocID="{8BEB22A3-04EA-414F-8659-776A96218654}" presName="titleText2" presStyleLbl="fgAcc1" presStyleIdx="5" presStyleCnt="9">
        <dgm:presLayoutVars>
          <dgm:chMax val="0"/>
          <dgm:chPref val="0"/>
        </dgm:presLayoutVars>
      </dgm:prSet>
      <dgm:spPr/>
    </dgm:pt>
    <dgm:pt modelId="{042C08AD-FAEE-4CBA-B1CE-D1A8B979FC7A}" type="pres">
      <dgm:prSet presAssocID="{8BEB22A3-04EA-414F-8659-776A96218654}" presName="rootConnector" presStyleLbl="node4" presStyleIdx="0" presStyleCnt="0"/>
      <dgm:spPr/>
    </dgm:pt>
    <dgm:pt modelId="{613FB0CD-F617-47CB-A61C-D5FA7F1FB744}" type="pres">
      <dgm:prSet presAssocID="{8BEB22A3-04EA-414F-8659-776A96218654}" presName="hierChild4" presStyleCnt="0"/>
      <dgm:spPr/>
    </dgm:pt>
    <dgm:pt modelId="{88D72E07-AE62-4D07-914E-3905465D75D9}" type="pres">
      <dgm:prSet presAssocID="{8BEB22A3-04EA-414F-8659-776A96218654}" presName="hierChild5" presStyleCnt="0"/>
      <dgm:spPr/>
    </dgm:pt>
    <dgm:pt modelId="{F150066F-4DF7-4F2D-A4BD-4C433705593F}" type="pres">
      <dgm:prSet presAssocID="{C3011760-5498-4918-A6C5-937FD1A57211}" presName="Name37" presStyleLbl="parChTrans1D4" presStyleIdx="1" presStyleCnt="3"/>
      <dgm:spPr/>
    </dgm:pt>
    <dgm:pt modelId="{6816F591-D9DF-4ACE-9441-51CDAD8FAB8B}" type="pres">
      <dgm:prSet presAssocID="{DF2084FD-4FB0-44E7-9152-910DDD80C064}" presName="hierRoot2" presStyleCnt="0">
        <dgm:presLayoutVars>
          <dgm:hierBranch val="init"/>
        </dgm:presLayoutVars>
      </dgm:prSet>
      <dgm:spPr/>
    </dgm:pt>
    <dgm:pt modelId="{B1EED0F4-9C5A-4D39-AE9B-7477249A8493}" type="pres">
      <dgm:prSet presAssocID="{DF2084FD-4FB0-44E7-9152-910DDD80C064}" presName="rootComposite" presStyleCnt="0"/>
      <dgm:spPr/>
    </dgm:pt>
    <dgm:pt modelId="{82507576-0106-41AB-A5BF-8850AA678E4D}" type="pres">
      <dgm:prSet presAssocID="{DF2084FD-4FB0-44E7-9152-910DDD80C064}" presName="rootText" presStyleLbl="node1" presStyleIdx="6" presStyleCnt="9">
        <dgm:presLayoutVars>
          <dgm:chMax/>
          <dgm:chPref val="3"/>
        </dgm:presLayoutVars>
      </dgm:prSet>
      <dgm:spPr/>
    </dgm:pt>
    <dgm:pt modelId="{1C9A5226-4352-43DD-A4AC-F33C0762348C}" type="pres">
      <dgm:prSet presAssocID="{DF2084FD-4FB0-44E7-9152-910DDD80C064}" presName="titleText2" presStyleLbl="fgAcc1" presStyleIdx="6" presStyleCnt="9">
        <dgm:presLayoutVars>
          <dgm:chMax val="0"/>
          <dgm:chPref val="0"/>
        </dgm:presLayoutVars>
      </dgm:prSet>
      <dgm:spPr/>
    </dgm:pt>
    <dgm:pt modelId="{8F70D118-F90D-4060-AD06-7418054BABE3}" type="pres">
      <dgm:prSet presAssocID="{DF2084FD-4FB0-44E7-9152-910DDD80C064}" presName="rootConnector" presStyleLbl="node4" presStyleIdx="0" presStyleCnt="0"/>
      <dgm:spPr/>
    </dgm:pt>
    <dgm:pt modelId="{E2421215-C180-4557-8A08-FF1CCE7E0EBD}" type="pres">
      <dgm:prSet presAssocID="{DF2084FD-4FB0-44E7-9152-910DDD80C064}" presName="hierChild4" presStyleCnt="0"/>
      <dgm:spPr/>
    </dgm:pt>
    <dgm:pt modelId="{55A53713-EA35-4F0C-89E2-06E00BBD3483}" type="pres">
      <dgm:prSet presAssocID="{DF2084FD-4FB0-44E7-9152-910DDD80C064}" presName="hierChild5" presStyleCnt="0"/>
      <dgm:spPr/>
    </dgm:pt>
    <dgm:pt modelId="{F2E5DCBF-1A60-4F9F-8F86-CA14E6AD0242}" type="pres">
      <dgm:prSet presAssocID="{6A5D922C-5D93-4C04-9833-2FA4510AAB93}" presName="Name37" presStyleLbl="parChTrans1D4" presStyleIdx="2" presStyleCnt="3"/>
      <dgm:spPr/>
    </dgm:pt>
    <dgm:pt modelId="{D2E07F10-0801-460C-9E1F-3D54E5A354AF}" type="pres">
      <dgm:prSet presAssocID="{249F6573-CB72-4A95-AF0E-AFCFA0FDB454}" presName="hierRoot2" presStyleCnt="0">
        <dgm:presLayoutVars>
          <dgm:hierBranch val="init"/>
        </dgm:presLayoutVars>
      </dgm:prSet>
      <dgm:spPr/>
    </dgm:pt>
    <dgm:pt modelId="{DBF6BD52-956A-4881-B1E4-415BAD58997A}" type="pres">
      <dgm:prSet presAssocID="{249F6573-CB72-4A95-AF0E-AFCFA0FDB454}" presName="rootComposite" presStyleCnt="0"/>
      <dgm:spPr/>
    </dgm:pt>
    <dgm:pt modelId="{3C248589-DFC7-4836-A76F-10BF653D7D9F}" type="pres">
      <dgm:prSet presAssocID="{249F6573-CB72-4A95-AF0E-AFCFA0FDB454}" presName="rootText" presStyleLbl="node1" presStyleIdx="7" presStyleCnt="9">
        <dgm:presLayoutVars>
          <dgm:chMax/>
          <dgm:chPref val="3"/>
        </dgm:presLayoutVars>
      </dgm:prSet>
      <dgm:spPr/>
    </dgm:pt>
    <dgm:pt modelId="{F31BCC74-5179-42DC-9E17-3A1C90818154}" type="pres">
      <dgm:prSet presAssocID="{249F6573-CB72-4A95-AF0E-AFCFA0FDB454}" presName="titleText2" presStyleLbl="fgAcc1" presStyleIdx="7" presStyleCnt="9">
        <dgm:presLayoutVars>
          <dgm:chMax val="0"/>
          <dgm:chPref val="0"/>
        </dgm:presLayoutVars>
      </dgm:prSet>
      <dgm:spPr/>
    </dgm:pt>
    <dgm:pt modelId="{27E535D5-01F6-4289-B838-9EFCAB30B9B2}" type="pres">
      <dgm:prSet presAssocID="{249F6573-CB72-4A95-AF0E-AFCFA0FDB454}" presName="rootConnector" presStyleLbl="node4" presStyleIdx="0" presStyleCnt="0"/>
      <dgm:spPr/>
    </dgm:pt>
    <dgm:pt modelId="{91D78408-E764-4378-98EA-615045EC452C}" type="pres">
      <dgm:prSet presAssocID="{249F6573-CB72-4A95-AF0E-AFCFA0FDB454}" presName="hierChild4" presStyleCnt="0"/>
      <dgm:spPr/>
    </dgm:pt>
    <dgm:pt modelId="{5BBB82CC-CF0C-4E03-B1AC-DD6DB0BF520C}" type="pres">
      <dgm:prSet presAssocID="{249F6573-CB72-4A95-AF0E-AFCFA0FDB454}" presName="hierChild5" presStyleCnt="0"/>
      <dgm:spPr/>
    </dgm:pt>
    <dgm:pt modelId="{D8FF4A62-965D-4472-A672-E2FF33EA6133}" type="pres">
      <dgm:prSet presAssocID="{961265FF-153C-4DDF-8BF4-BA39017D214D}" presName="hierChild5" presStyleCnt="0"/>
      <dgm:spPr/>
    </dgm:pt>
    <dgm:pt modelId="{7C731A64-639B-4935-BF12-C29A3C1738DD}" type="pres">
      <dgm:prSet presAssocID="{1D1B8677-E859-4030-9D0E-B7524EFFBD60}" presName="hierChild5" presStyleCnt="0"/>
      <dgm:spPr/>
    </dgm:pt>
    <dgm:pt modelId="{22B85F9C-161F-476C-BD3D-2E331993D6E9}" type="pres">
      <dgm:prSet presAssocID="{1051D66F-5EFF-47B0-998F-1241E098A70C}" presName="Name37" presStyleLbl="parChTrans1D2" presStyleIdx="2" presStyleCnt="5"/>
      <dgm:spPr/>
    </dgm:pt>
    <dgm:pt modelId="{78806FC5-D616-44F3-92BD-30297EC98628}" type="pres">
      <dgm:prSet presAssocID="{E59FCF6E-D0C1-4C85-8E64-1ACD400EDD30}" presName="hierRoot2" presStyleCnt="0">
        <dgm:presLayoutVars>
          <dgm:hierBranch val="init"/>
        </dgm:presLayoutVars>
      </dgm:prSet>
      <dgm:spPr/>
    </dgm:pt>
    <dgm:pt modelId="{C30465F4-AA29-4626-8B80-8193BA23941E}" type="pres">
      <dgm:prSet presAssocID="{E59FCF6E-D0C1-4C85-8E64-1ACD400EDD30}" presName="rootComposite" presStyleCnt="0"/>
      <dgm:spPr/>
    </dgm:pt>
    <dgm:pt modelId="{5DB7C5E5-2840-465B-86DB-64F324D96A48}" type="pres">
      <dgm:prSet presAssocID="{E59FCF6E-D0C1-4C85-8E64-1ACD400EDD30}" presName="rootText" presStyleLbl="node1" presStyleIdx="8" presStyleCnt="9">
        <dgm:presLayoutVars>
          <dgm:chMax/>
          <dgm:chPref val="3"/>
        </dgm:presLayoutVars>
      </dgm:prSet>
      <dgm:spPr/>
    </dgm:pt>
    <dgm:pt modelId="{50864833-4FBC-4CB2-A7AA-AC2D232B2217}" type="pres">
      <dgm:prSet presAssocID="{E59FCF6E-D0C1-4C85-8E64-1ACD400EDD30}" presName="titleText2" presStyleLbl="fgAcc1" presStyleIdx="8" presStyleCnt="9">
        <dgm:presLayoutVars>
          <dgm:chMax val="0"/>
          <dgm:chPref val="0"/>
        </dgm:presLayoutVars>
      </dgm:prSet>
      <dgm:spPr/>
    </dgm:pt>
    <dgm:pt modelId="{B636AF36-47F8-4CCC-9A09-1F75151C474A}" type="pres">
      <dgm:prSet presAssocID="{E59FCF6E-D0C1-4C85-8E64-1ACD400EDD30}" presName="rootConnector" presStyleLbl="node2" presStyleIdx="0" presStyleCnt="0"/>
      <dgm:spPr/>
    </dgm:pt>
    <dgm:pt modelId="{905898AE-AA1B-462A-A20D-8C7867FA82B7}" type="pres">
      <dgm:prSet presAssocID="{E59FCF6E-D0C1-4C85-8E64-1ACD400EDD30}" presName="hierChild4" presStyleCnt="0"/>
      <dgm:spPr/>
    </dgm:pt>
    <dgm:pt modelId="{54E0B5A8-B5FD-45FD-B9A6-2EF1F9AF810C}" type="pres">
      <dgm:prSet presAssocID="{E59FCF6E-D0C1-4C85-8E64-1ACD400EDD30}" presName="hierChild5" presStyleCnt="0"/>
      <dgm:spPr/>
    </dgm:pt>
    <dgm:pt modelId="{EE4B31B8-50A2-40A1-8969-D0B2C070F62D}" type="pres">
      <dgm:prSet presAssocID="{BACA544A-6907-4B56-99D5-1E94F7A89D61}" presName="hierChild3" presStyleCnt="0"/>
      <dgm:spPr/>
    </dgm:pt>
    <dgm:pt modelId="{90B89821-A02D-4963-8B86-1C8752CB83C2}" type="pres">
      <dgm:prSet presAssocID="{C8FB659E-939C-407C-B01C-B98CCA816F1C}" presName="Name96" presStyleLbl="parChTrans1D2" presStyleIdx="3" presStyleCnt="5"/>
      <dgm:spPr/>
    </dgm:pt>
    <dgm:pt modelId="{74328BA1-0FB9-4F0D-9370-0C470CD009D0}" type="pres">
      <dgm:prSet presAssocID="{8F508C1B-5BC9-41AD-B709-D231B222D098}" presName="hierRoot3" presStyleCnt="0">
        <dgm:presLayoutVars>
          <dgm:hierBranch val="init"/>
        </dgm:presLayoutVars>
      </dgm:prSet>
      <dgm:spPr/>
    </dgm:pt>
    <dgm:pt modelId="{F9C60C20-0A79-474F-80C1-A67166E0617F}" type="pres">
      <dgm:prSet presAssocID="{8F508C1B-5BC9-41AD-B709-D231B222D098}" presName="rootComposite3" presStyleCnt="0"/>
      <dgm:spPr/>
    </dgm:pt>
    <dgm:pt modelId="{2CE3C2C6-AF25-4BC1-92FB-7B947DF4D1D5}" type="pres">
      <dgm:prSet presAssocID="{8F508C1B-5BC9-41AD-B709-D231B222D098}" presName="rootText3" presStyleLbl="asst1" presStyleIdx="0" presStyleCnt="2">
        <dgm:presLayoutVars>
          <dgm:chPref val="3"/>
        </dgm:presLayoutVars>
      </dgm:prSet>
      <dgm:spPr/>
    </dgm:pt>
    <dgm:pt modelId="{D0B78C44-A09E-4793-A006-EEBDFD51BFC5}" type="pres">
      <dgm:prSet presAssocID="{8F508C1B-5BC9-41AD-B709-D231B222D098}" presName="titleText3" presStyleLbl="fgAcc2" presStyleIdx="0" presStyleCnt="2">
        <dgm:presLayoutVars>
          <dgm:chMax val="0"/>
          <dgm:chPref val="0"/>
        </dgm:presLayoutVars>
      </dgm:prSet>
      <dgm:spPr/>
    </dgm:pt>
    <dgm:pt modelId="{8B7009E2-B932-427A-A5ED-AC6D35D2ED8B}" type="pres">
      <dgm:prSet presAssocID="{8F508C1B-5BC9-41AD-B709-D231B222D098}" presName="rootConnector3" presStyleLbl="asst1" presStyleIdx="0" presStyleCnt="2"/>
      <dgm:spPr/>
    </dgm:pt>
    <dgm:pt modelId="{42436F8E-526C-4419-9670-D63585CCADB8}" type="pres">
      <dgm:prSet presAssocID="{8F508C1B-5BC9-41AD-B709-D231B222D098}" presName="hierChild6" presStyleCnt="0"/>
      <dgm:spPr/>
    </dgm:pt>
    <dgm:pt modelId="{4A2351D6-4FF5-41A2-826E-86259EBFAEC5}" type="pres">
      <dgm:prSet presAssocID="{8F508C1B-5BC9-41AD-B709-D231B222D098}" presName="hierChild7" presStyleCnt="0"/>
      <dgm:spPr/>
    </dgm:pt>
    <dgm:pt modelId="{7857C376-CE08-4E09-86D9-3F6421BEEB25}" type="pres">
      <dgm:prSet presAssocID="{B848B82F-F2FB-4FF1-9912-3C46DCEF1214}" presName="Name96" presStyleLbl="parChTrans1D2" presStyleIdx="4" presStyleCnt="5"/>
      <dgm:spPr/>
    </dgm:pt>
    <dgm:pt modelId="{D595E9AE-DA8D-475B-9F02-AD44237E995C}" type="pres">
      <dgm:prSet presAssocID="{C74620AB-A0B4-4DC6-B161-5266AD4383C3}" presName="hierRoot3" presStyleCnt="0">
        <dgm:presLayoutVars>
          <dgm:hierBranch val="init"/>
        </dgm:presLayoutVars>
      </dgm:prSet>
      <dgm:spPr/>
    </dgm:pt>
    <dgm:pt modelId="{1E99C227-ACAF-4434-9DAD-41F5795AA082}" type="pres">
      <dgm:prSet presAssocID="{C74620AB-A0B4-4DC6-B161-5266AD4383C3}" presName="rootComposite3" presStyleCnt="0"/>
      <dgm:spPr/>
    </dgm:pt>
    <dgm:pt modelId="{E44280ED-7194-4B3C-B014-B8D84CD15536}" type="pres">
      <dgm:prSet presAssocID="{C74620AB-A0B4-4DC6-B161-5266AD4383C3}" presName="rootText3" presStyleLbl="asst1" presStyleIdx="1" presStyleCnt="2">
        <dgm:presLayoutVars>
          <dgm:chPref val="3"/>
        </dgm:presLayoutVars>
      </dgm:prSet>
      <dgm:spPr/>
    </dgm:pt>
    <dgm:pt modelId="{EF222300-1C49-4312-AFE2-B43B45005822}" type="pres">
      <dgm:prSet presAssocID="{C74620AB-A0B4-4DC6-B161-5266AD4383C3}" presName="titleText3" presStyleLbl="fgAcc2" presStyleIdx="1" presStyleCnt="2">
        <dgm:presLayoutVars>
          <dgm:chMax val="0"/>
          <dgm:chPref val="0"/>
        </dgm:presLayoutVars>
      </dgm:prSet>
      <dgm:spPr/>
    </dgm:pt>
    <dgm:pt modelId="{042E1C3C-C705-449A-A7B1-A73BDDE94732}" type="pres">
      <dgm:prSet presAssocID="{C74620AB-A0B4-4DC6-B161-5266AD4383C3}" presName="rootConnector3" presStyleLbl="asst1" presStyleIdx="1" presStyleCnt="2"/>
      <dgm:spPr/>
    </dgm:pt>
    <dgm:pt modelId="{E7839DD9-912F-46F6-AA99-86F8890ADAAD}" type="pres">
      <dgm:prSet presAssocID="{C74620AB-A0B4-4DC6-B161-5266AD4383C3}" presName="hierChild6" presStyleCnt="0"/>
      <dgm:spPr/>
    </dgm:pt>
    <dgm:pt modelId="{EAF84CF1-1682-4CB0-B304-7A540325B516}" type="pres">
      <dgm:prSet presAssocID="{C74620AB-A0B4-4DC6-B161-5266AD4383C3}" presName="hierChild7" presStyleCnt="0"/>
      <dgm:spPr/>
    </dgm:pt>
  </dgm:ptLst>
  <dgm:cxnLst>
    <dgm:cxn modelId="{1567A701-D2E8-4377-98DA-AE0E345B928F}" type="presOf" srcId="{2CC1BEF5-4145-43EF-B317-3672E0B520B8}" destId="{F45417F1-9AE1-4DC6-AAB5-DF92A379E123}" srcOrd="0" destOrd="0" presId="urn:microsoft.com/office/officeart/2008/layout/NameandTitleOrganizationalChart"/>
    <dgm:cxn modelId="{9F758202-6A6A-4FF7-A972-D6CFB2374C6B}" type="presOf" srcId="{C368ABA1-258A-485B-B595-DCFCBF7F869F}" destId="{E93F80F9-E00C-4379-87EF-621AB8762A84}" srcOrd="0" destOrd="0" presId="urn:microsoft.com/office/officeart/2008/layout/NameandTitleOrganizationalChart"/>
    <dgm:cxn modelId="{A4099505-01EB-4225-99B2-44306A35C860}" type="presOf" srcId="{E59FCF6E-D0C1-4C85-8E64-1ACD400EDD30}" destId="{B636AF36-47F8-4CCC-9A09-1F75151C474A}" srcOrd="1" destOrd="0" presId="urn:microsoft.com/office/officeart/2008/layout/NameandTitleOrganizationalChart"/>
    <dgm:cxn modelId="{AE313008-77B8-4246-A3D4-0F12CBC3DC1D}" type="presOf" srcId="{4112A6D0-EA44-47A4-8FB5-ADB1107225D4}" destId="{243ACAF0-1761-4CF9-9B17-656902F84813}" srcOrd="0" destOrd="0" presId="urn:microsoft.com/office/officeart/2008/layout/NameandTitleOrganizationalChart"/>
    <dgm:cxn modelId="{2BBBA608-21E9-4B1D-8FE1-BFB82EECC9EA}" type="presOf" srcId="{8BEB22A3-04EA-414F-8659-776A96218654}" destId="{042C08AD-FAEE-4CBA-B1CE-D1A8B979FC7A}" srcOrd="1" destOrd="0" presId="urn:microsoft.com/office/officeart/2008/layout/NameandTitleOrganizationalChart"/>
    <dgm:cxn modelId="{77ED5E0C-9DA2-45F5-ACDC-3F8223CE83F7}" type="presOf" srcId="{8F508C1B-5BC9-41AD-B709-D231B222D098}" destId="{2CE3C2C6-AF25-4BC1-92FB-7B947DF4D1D5}" srcOrd="0" destOrd="0" presId="urn:microsoft.com/office/officeart/2008/layout/NameandTitleOrganizationalChart"/>
    <dgm:cxn modelId="{DAF3FF10-A09B-4BD1-8083-83F6347FDA74}" type="presOf" srcId="{249F6573-CB72-4A95-AF0E-AFCFA0FDB454}" destId="{3C248589-DFC7-4836-A76F-10BF653D7D9F}" srcOrd="0" destOrd="0" presId="urn:microsoft.com/office/officeart/2008/layout/NameandTitleOrganizationalChart"/>
    <dgm:cxn modelId="{1817F513-F089-44AA-A8FA-8AC558580075}" type="presOf" srcId="{1D1B8677-E859-4030-9D0E-B7524EFFBD60}" destId="{A33ABF12-C5AF-4F53-BB5E-20F7691A1E23}" srcOrd="1" destOrd="0" presId="urn:microsoft.com/office/officeart/2008/layout/NameandTitleOrganizationalChart"/>
    <dgm:cxn modelId="{47A9941C-4AF9-4BBA-81A4-195FB0E668A5}" type="presOf" srcId="{C7E61318-9036-4104-9FB8-EBCA13B454F8}" destId="{0C2D2929-747D-41FB-9EE5-5508CA608466}" srcOrd="0" destOrd="0" presId="urn:microsoft.com/office/officeart/2008/layout/NameandTitleOrganizationalChart"/>
    <dgm:cxn modelId="{DA074120-88DB-46DD-A6F5-4758A56828AA}" srcId="{BACA544A-6907-4B56-99D5-1E94F7A89D61}" destId="{A263E97A-B9D5-4DAF-A34E-7AB27E56B088}" srcOrd="2" destOrd="0" parTransId="{4112A6D0-EA44-47A4-8FB5-ADB1107225D4}" sibTransId="{4DB12B08-1096-4A99-8EEF-A2BC73278193}"/>
    <dgm:cxn modelId="{08559224-A695-4BE8-8824-4227B84AF1A5}" type="presOf" srcId="{B848B82F-F2FB-4FF1-9912-3C46DCEF1214}" destId="{7857C376-CE08-4E09-86D9-3F6421BEEB25}" srcOrd="0" destOrd="0" presId="urn:microsoft.com/office/officeart/2008/layout/NameandTitleOrganizationalChart"/>
    <dgm:cxn modelId="{5D3BD725-BE2A-46F4-9CBC-5F5A057C3756}" type="presOf" srcId="{BACA544A-6907-4B56-99D5-1E94F7A89D61}" destId="{C1E0696E-A93D-48F8-BB2B-6E8515CB5D62}" srcOrd="1" destOrd="0" presId="urn:microsoft.com/office/officeart/2008/layout/NameandTitleOrganizationalChart"/>
    <dgm:cxn modelId="{D01BF42F-60AB-44DC-89A1-4D74254253F6}" type="presOf" srcId="{8F508C1B-5BC9-41AD-B709-D231B222D098}" destId="{8B7009E2-B932-427A-A5ED-AC6D35D2ED8B}" srcOrd="1" destOrd="0" presId="urn:microsoft.com/office/officeart/2008/layout/NameandTitleOrganizationalChart"/>
    <dgm:cxn modelId="{7C405935-79E3-4761-8DE7-F049F2EA8214}" type="presOf" srcId="{BACA544A-6907-4B56-99D5-1E94F7A89D61}" destId="{8EF0DA07-B3A9-4719-BA25-FE5360CB2CF0}" srcOrd="0" destOrd="0" presId="urn:microsoft.com/office/officeart/2008/layout/NameandTitleOrganizationalChart"/>
    <dgm:cxn modelId="{4A6AC95C-1BCE-40E0-962F-51CC9A1FE9ED}" srcId="{BACA544A-6907-4B56-99D5-1E94F7A89D61}" destId="{C74620AB-A0B4-4DC6-B161-5266AD4383C3}" srcOrd="1" destOrd="0" parTransId="{B848B82F-F2FB-4FF1-9912-3C46DCEF1214}" sibTransId="{C85542FC-A698-454A-BACA-4640478F45C4}"/>
    <dgm:cxn modelId="{BA4D775E-4724-49F7-8F26-3CCAFD84C51A}" type="presOf" srcId="{C3011760-5498-4918-A6C5-937FD1A57211}" destId="{F150066F-4DF7-4F2D-A4BD-4C433705593F}" srcOrd="0" destOrd="0" presId="urn:microsoft.com/office/officeart/2008/layout/NameandTitleOrganizationalChart"/>
    <dgm:cxn modelId="{8F2B2D60-F310-4BF7-A6B9-48B5468ECFCB}" type="presOf" srcId="{8675F737-735C-4826-B17A-97D626AEB8DF}" destId="{0313C76D-2B57-47D5-9AC3-AB25B7C40BA6}" srcOrd="0" destOrd="0" presId="urn:microsoft.com/office/officeart/2008/layout/NameandTitleOrganizationalChart"/>
    <dgm:cxn modelId="{876A9C44-7FCB-4016-A008-C74075F04A97}" srcId="{961265FF-153C-4DDF-8BF4-BA39017D214D}" destId="{8BEB22A3-04EA-414F-8659-776A96218654}" srcOrd="0" destOrd="0" parTransId="{8C02D450-3F00-4659-BAD7-73F447166900}" sibTransId="{8675F737-735C-4826-B17A-97D626AEB8DF}"/>
    <dgm:cxn modelId="{0932D045-DEAA-4F07-B4D2-EE7D3FC2D4C7}" type="presOf" srcId="{9EF52268-178E-4030-97AC-15909B7DD497}" destId="{50864833-4FBC-4CB2-A7AA-AC2D232B2217}" srcOrd="0" destOrd="0" presId="urn:microsoft.com/office/officeart/2008/layout/NameandTitleOrganizationalChart"/>
    <dgm:cxn modelId="{10BAC146-E620-435B-B12D-CFB32609B866}" type="presOf" srcId="{C85542FC-A698-454A-BACA-4640478F45C4}" destId="{EF222300-1C49-4312-AFE2-B43B45005822}" srcOrd="0" destOrd="0" presId="urn:microsoft.com/office/officeart/2008/layout/NameandTitleOrganizationalChart"/>
    <dgm:cxn modelId="{5E7B624D-9B81-49BE-ADEC-E5EA33F402AF}" srcId="{BACA544A-6907-4B56-99D5-1E94F7A89D61}" destId="{E59FCF6E-D0C1-4C85-8E64-1ACD400EDD30}" srcOrd="4" destOrd="0" parTransId="{1051D66F-5EFF-47B0-998F-1241E098A70C}" sibTransId="{9EF52268-178E-4030-97AC-15909B7DD497}"/>
    <dgm:cxn modelId="{C51C0C52-FE4B-4D86-8852-1EE886DD7C75}" srcId="{ADF00712-6C67-49FF-A887-BB6FE2B4659E}" destId="{BACA544A-6907-4B56-99D5-1E94F7A89D61}" srcOrd="0" destOrd="0" parTransId="{40209DD6-DED9-4614-B19F-11FF6240ABDD}" sibTransId="{0CE75B20-90EF-4848-BAE8-1E5ADD5F6BCE}"/>
    <dgm:cxn modelId="{2CB92A75-C407-491B-A648-EAA21CCF0EBE}" type="presOf" srcId="{ADF00712-6C67-49FF-A887-BB6FE2B4659E}" destId="{AE0EE8A1-0D53-4164-A4AA-65AFD44C2FC5}" srcOrd="0" destOrd="0" presId="urn:microsoft.com/office/officeart/2008/layout/NameandTitleOrganizationalChart"/>
    <dgm:cxn modelId="{74CAEA55-88DE-4452-A014-50BEFAEDD3DF}" type="presOf" srcId="{8C02D450-3F00-4659-BAD7-73F447166900}" destId="{575A38D0-CFB6-4F64-833B-265C943B4D12}" srcOrd="0" destOrd="0" presId="urn:microsoft.com/office/officeart/2008/layout/NameandTitleOrganizationalChart"/>
    <dgm:cxn modelId="{BF53D079-470B-43DD-AED9-EA2E14BBF463}" srcId="{1D1B8677-E859-4030-9D0E-B7524EFFBD60}" destId="{B7EF97DA-FBC1-423A-9340-19B8B08211C5}" srcOrd="0" destOrd="0" parTransId="{EF6211E5-2DD3-4D05-910F-6867A567AD5B}" sibTransId="{5A5FFBF6-AC77-4DFD-9C17-BAF86C9922F6}"/>
    <dgm:cxn modelId="{3B23D67A-A90D-4544-84EE-30CCA402CEE1}" type="presOf" srcId="{C8FB659E-939C-407C-B01C-B98CCA816F1C}" destId="{90B89821-A02D-4963-8B86-1C8752CB83C2}" srcOrd="0" destOrd="0" presId="urn:microsoft.com/office/officeart/2008/layout/NameandTitleOrganizationalChart"/>
    <dgm:cxn modelId="{8B606A7D-C167-4285-A74E-B6E8BF808E23}" type="presOf" srcId="{6C4C8E82-097C-4AC2-80E9-BA2D2037F414}" destId="{D731FF10-C618-4958-996B-7B29464A5F2D}" srcOrd="0" destOrd="0" presId="urn:microsoft.com/office/officeart/2008/layout/NameandTitleOrganizationalChart"/>
    <dgm:cxn modelId="{D76B597D-B265-4C05-93D3-CF66F4E6B4DA}" type="presOf" srcId="{0CE75B20-90EF-4848-BAE8-1E5ADD5F6BCE}" destId="{31E4EDD4-6190-48E9-8E4B-16E3644B0157}" srcOrd="0" destOrd="0" presId="urn:microsoft.com/office/officeart/2008/layout/NameandTitleOrganizationalChart"/>
    <dgm:cxn modelId="{A8DE927F-FDE6-40ED-8E52-717BFEE582F4}" type="presOf" srcId="{5A5FFBF6-AC77-4DFD-9C17-BAF86C9922F6}" destId="{BB0A0857-F759-4F62-B2CB-56D6629C3C21}" srcOrd="0" destOrd="0" presId="urn:microsoft.com/office/officeart/2008/layout/NameandTitleOrganizationalChart"/>
    <dgm:cxn modelId="{20A45584-8F2B-4FA0-8553-A5DB14508612}" type="presOf" srcId="{B7EF97DA-FBC1-423A-9340-19B8B08211C5}" destId="{19C8FBB5-7DEB-4804-867A-D2E697E80C18}" srcOrd="1" destOrd="0" presId="urn:microsoft.com/office/officeart/2008/layout/NameandTitleOrganizationalChart"/>
    <dgm:cxn modelId="{E4477B84-AB8C-4485-A87A-7761264B6A9F}" type="presOf" srcId="{C74620AB-A0B4-4DC6-B161-5266AD4383C3}" destId="{042E1C3C-C705-449A-A7B1-A73BDDE94732}" srcOrd="1" destOrd="0" presId="urn:microsoft.com/office/officeart/2008/layout/NameandTitleOrganizationalChart"/>
    <dgm:cxn modelId="{3436B884-4179-4BB1-BDE4-68DB70E0ACA2}" type="presOf" srcId="{CA950708-15DF-4746-BC00-8C54B0E22F60}" destId="{F31BCC74-5179-42DC-9E17-3A1C90818154}" srcOrd="0" destOrd="0" presId="urn:microsoft.com/office/officeart/2008/layout/NameandTitleOrganizationalChart"/>
    <dgm:cxn modelId="{6ABA6687-CF03-4E21-9611-52CC49F338B4}" type="presOf" srcId="{984EF697-9123-41DE-810D-B8121F43D995}" destId="{05321BE9-021E-43F4-8FD1-B0275B5CEDA8}" srcOrd="0" destOrd="0" presId="urn:microsoft.com/office/officeart/2008/layout/NameandTitleOrganizationalChart"/>
    <dgm:cxn modelId="{4E39898C-AB49-429B-A2E1-4E3D701BCE60}" type="presOf" srcId="{20661FCD-5822-4D26-829A-034A07038C35}" destId="{79DA66AD-DED7-4EFA-859D-BFAC03D78CC7}" srcOrd="1" destOrd="0" presId="urn:microsoft.com/office/officeart/2008/layout/NameandTitleOrganizationalChart"/>
    <dgm:cxn modelId="{39B7D595-1D27-414D-926D-EAA44F6ACF65}" type="presOf" srcId="{1D1B8677-E859-4030-9D0E-B7524EFFBD60}" destId="{303CA0B4-537B-4B3E-84B0-E817DBD3A2D6}" srcOrd="0" destOrd="0" presId="urn:microsoft.com/office/officeart/2008/layout/NameandTitleOrganizationalChart"/>
    <dgm:cxn modelId="{495CD396-9EF3-48FB-B2D7-CBD31D612356}" srcId="{961265FF-153C-4DDF-8BF4-BA39017D214D}" destId="{249F6573-CB72-4A95-AF0E-AFCFA0FDB454}" srcOrd="2" destOrd="0" parTransId="{6A5D922C-5D93-4C04-9833-2FA4510AAB93}" sibTransId="{CA950708-15DF-4746-BC00-8C54B0E22F60}"/>
    <dgm:cxn modelId="{68072FA6-CB33-490D-82ED-9E82DC9012E2}" type="presOf" srcId="{E59FCF6E-D0C1-4C85-8E64-1ACD400EDD30}" destId="{5DB7C5E5-2840-465B-86DB-64F324D96A48}" srcOrd="0" destOrd="0" presId="urn:microsoft.com/office/officeart/2008/layout/NameandTitleOrganizationalChart"/>
    <dgm:cxn modelId="{616045A7-3EDF-4740-99C2-677C4DBA1EE7}" type="presOf" srcId="{8BEB22A3-04EA-414F-8659-776A96218654}" destId="{BC74FD37-175F-4FE8-A2A9-CB4AC28EBD0E}" srcOrd="0" destOrd="0" presId="urn:microsoft.com/office/officeart/2008/layout/NameandTitleOrganizationalChart"/>
    <dgm:cxn modelId="{96E852AB-A052-46E0-B2DB-0F033CFBBEF4}" srcId="{1D1B8677-E859-4030-9D0E-B7524EFFBD60}" destId="{20661FCD-5822-4D26-829A-034A07038C35}" srcOrd="1" destOrd="0" parTransId="{6C4C8E82-097C-4AC2-80E9-BA2D2037F414}" sibTransId="{984EF697-9123-41DE-810D-B8121F43D995}"/>
    <dgm:cxn modelId="{661E8CAD-E8DD-4A34-B54E-35C44E496239}" type="presOf" srcId="{C74620AB-A0B4-4DC6-B161-5266AD4383C3}" destId="{E44280ED-7194-4B3C-B014-B8D84CD15536}" srcOrd="0" destOrd="0" presId="urn:microsoft.com/office/officeart/2008/layout/NameandTitleOrganizationalChart"/>
    <dgm:cxn modelId="{40B270B9-CAD8-4046-9D0C-F6DD42BD2C97}" srcId="{961265FF-153C-4DDF-8BF4-BA39017D214D}" destId="{DF2084FD-4FB0-44E7-9152-910DDD80C064}" srcOrd="1" destOrd="0" parTransId="{C3011760-5498-4918-A6C5-937FD1A57211}" sibTransId="{B72E9ACC-E0FB-4523-AC57-189E4DE48B8E}"/>
    <dgm:cxn modelId="{1E9E82BE-A6DA-484B-929F-C856AD73B645}" type="presOf" srcId="{6A5D922C-5D93-4C04-9833-2FA4510AAB93}" destId="{F2E5DCBF-1A60-4F9F-8F86-CA14E6AD0242}" srcOrd="0" destOrd="0" presId="urn:microsoft.com/office/officeart/2008/layout/NameandTitleOrganizationalChart"/>
    <dgm:cxn modelId="{1F59A5C1-49AB-47A3-9234-20E99A72DA00}" type="presOf" srcId="{3FB35267-6746-47B4-92AE-23509ABD7C16}" destId="{2C00CA16-0657-4AA9-A539-C233C0ABDEDB}" srcOrd="0" destOrd="0" presId="urn:microsoft.com/office/officeart/2008/layout/NameandTitleOrganizationalChart"/>
    <dgm:cxn modelId="{C140B5C2-8D0F-4995-B6D9-2EC15A4A4C38}" srcId="{BACA544A-6907-4B56-99D5-1E94F7A89D61}" destId="{8F508C1B-5BC9-41AD-B709-D231B222D098}" srcOrd="0" destOrd="0" parTransId="{C8FB659E-939C-407C-B01C-B98CCA816F1C}" sibTransId="{D874EF3D-A251-4A33-8948-78744637A09C}"/>
    <dgm:cxn modelId="{799E9EC3-D00B-49C4-BF94-FC9F6882C4B0}" srcId="{BACA544A-6907-4B56-99D5-1E94F7A89D61}" destId="{1D1B8677-E859-4030-9D0E-B7524EFFBD60}" srcOrd="3" destOrd="0" parTransId="{C7E61318-9036-4104-9FB8-EBCA13B454F8}" sibTransId="{3FB35267-6746-47B4-92AE-23509ABD7C16}"/>
    <dgm:cxn modelId="{BC4920CF-97D1-475A-B9B6-83B86B57B22B}" type="presOf" srcId="{DF2084FD-4FB0-44E7-9152-910DDD80C064}" destId="{8F70D118-F90D-4060-AD06-7418054BABE3}" srcOrd="1" destOrd="0" presId="urn:microsoft.com/office/officeart/2008/layout/NameandTitleOrganizationalChart"/>
    <dgm:cxn modelId="{9BAC07D4-6E00-437F-9F64-180582F3BE9B}" srcId="{1D1B8677-E859-4030-9D0E-B7524EFFBD60}" destId="{961265FF-153C-4DDF-8BF4-BA39017D214D}" srcOrd="2" destOrd="0" parTransId="{2CC1BEF5-4145-43EF-B317-3672E0B520B8}" sibTransId="{C368ABA1-258A-485B-B595-DCFCBF7F869F}"/>
    <dgm:cxn modelId="{EFDC11D4-3FFD-4186-B8C8-EB0A0101F731}" type="presOf" srcId="{A263E97A-B9D5-4DAF-A34E-7AB27E56B088}" destId="{1E82733B-E594-49A6-B06B-C51D9C0F2DEA}" srcOrd="1" destOrd="0" presId="urn:microsoft.com/office/officeart/2008/layout/NameandTitleOrganizationalChart"/>
    <dgm:cxn modelId="{F3DEBED6-00C0-45FD-8ED5-CB18204D97CE}" type="presOf" srcId="{1051D66F-5EFF-47B0-998F-1241E098A70C}" destId="{22B85F9C-161F-476C-BD3D-2E331993D6E9}" srcOrd="0" destOrd="0" presId="urn:microsoft.com/office/officeart/2008/layout/NameandTitleOrganizationalChart"/>
    <dgm:cxn modelId="{DF23E6D7-6ED9-4172-921D-09261E29B827}" type="presOf" srcId="{20661FCD-5822-4D26-829A-034A07038C35}" destId="{44F814E9-54E7-4B89-A814-9B9E93ED174C}" srcOrd="0" destOrd="0" presId="urn:microsoft.com/office/officeart/2008/layout/NameandTitleOrganizationalChart"/>
    <dgm:cxn modelId="{7E2F47DA-B36E-49C5-BD20-01A4ABBD479E}" type="presOf" srcId="{961265FF-153C-4DDF-8BF4-BA39017D214D}" destId="{834C088E-186E-426E-99D9-8D24514EDCA9}" srcOrd="0" destOrd="0" presId="urn:microsoft.com/office/officeart/2008/layout/NameandTitleOrganizationalChart"/>
    <dgm:cxn modelId="{E2BF29DB-E1B7-492A-B76C-6826A40CC330}" type="presOf" srcId="{4DB12B08-1096-4A99-8EEF-A2BC73278193}" destId="{B6585C7C-D05A-48E2-86D0-4DD1AD3A815F}" srcOrd="0" destOrd="0" presId="urn:microsoft.com/office/officeart/2008/layout/NameandTitleOrganizationalChart"/>
    <dgm:cxn modelId="{8CA9A3DD-05EC-4F59-9BB3-EC004EDD2462}" type="presOf" srcId="{961265FF-153C-4DDF-8BF4-BA39017D214D}" destId="{88DB46D6-68EF-47D2-803E-78C085AD5312}" srcOrd="1" destOrd="0" presId="urn:microsoft.com/office/officeart/2008/layout/NameandTitleOrganizationalChart"/>
    <dgm:cxn modelId="{719FD1DE-0304-4282-BA42-8EB42D55F1BB}" type="presOf" srcId="{249F6573-CB72-4A95-AF0E-AFCFA0FDB454}" destId="{27E535D5-01F6-4289-B838-9EFCAB30B9B2}" srcOrd="1" destOrd="0" presId="urn:microsoft.com/office/officeart/2008/layout/NameandTitleOrganizationalChart"/>
    <dgm:cxn modelId="{BC2CB0E7-E342-46AF-9D79-DD32BFE3B960}" type="presOf" srcId="{D874EF3D-A251-4A33-8948-78744637A09C}" destId="{D0B78C44-A09E-4793-A006-EEBDFD51BFC5}" srcOrd="0" destOrd="0" presId="urn:microsoft.com/office/officeart/2008/layout/NameandTitleOrganizationalChart"/>
    <dgm:cxn modelId="{1CCCC5EB-FF69-48A1-8728-D6A913FA7762}" type="presOf" srcId="{B7EF97DA-FBC1-423A-9340-19B8B08211C5}" destId="{CD391B19-6B7E-4D0F-BC92-8888E90412C5}" srcOrd="0" destOrd="0" presId="urn:microsoft.com/office/officeart/2008/layout/NameandTitleOrganizationalChart"/>
    <dgm:cxn modelId="{AAEB13F4-5921-4949-BCEA-D89925AD249E}" type="presOf" srcId="{A263E97A-B9D5-4DAF-A34E-7AB27E56B088}" destId="{A17862AF-41E3-40FF-B7EC-80FEA3E53764}" srcOrd="0" destOrd="0" presId="urn:microsoft.com/office/officeart/2008/layout/NameandTitleOrganizationalChart"/>
    <dgm:cxn modelId="{0D5406F6-142A-4B13-BA5E-1CA171C67AFF}" type="presOf" srcId="{DF2084FD-4FB0-44E7-9152-910DDD80C064}" destId="{82507576-0106-41AB-A5BF-8850AA678E4D}" srcOrd="0" destOrd="0" presId="urn:microsoft.com/office/officeart/2008/layout/NameandTitleOrganizationalChart"/>
    <dgm:cxn modelId="{C1B557FC-7A47-46EA-A04D-56190AAD8BBD}" type="presOf" srcId="{EF6211E5-2DD3-4D05-910F-6867A567AD5B}" destId="{F402A142-778C-4A22-91BE-38877A9EC083}" srcOrd="0" destOrd="0" presId="urn:microsoft.com/office/officeart/2008/layout/NameandTitleOrganizationalChart"/>
    <dgm:cxn modelId="{757E01FD-AEBE-4232-BED0-15879EE13A56}" type="presOf" srcId="{B72E9ACC-E0FB-4523-AC57-189E4DE48B8E}" destId="{1C9A5226-4352-43DD-A4AC-F33C0762348C}" srcOrd="0" destOrd="0" presId="urn:microsoft.com/office/officeart/2008/layout/NameandTitleOrganizationalChart"/>
    <dgm:cxn modelId="{6A43FEC4-F364-494C-A78D-775FB94775DE}" type="presParOf" srcId="{AE0EE8A1-0D53-4164-A4AA-65AFD44C2FC5}" destId="{DF087A6D-E987-4622-A0AF-AFA96B811CAA}" srcOrd="0" destOrd="0" presId="urn:microsoft.com/office/officeart/2008/layout/NameandTitleOrganizationalChart"/>
    <dgm:cxn modelId="{91CC06EC-5991-40E9-AE06-EE70A28E7660}" type="presParOf" srcId="{DF087A6D-E987-4622-A0AF-AFA96B811CAA}" destId="{CCD0149D-8A3B-442B-8EF9-3B5C561785C5}" srcOrd="0" destOrd="0" presId="urn:microsoft.com/office/officeart/2008/layout/NameandTitleOrganizationalChart"/>
    <dgm:cxn modelId="{02ADDFC5-D45F-443E-97C7-24601E2343A4}" type="presParOf" srcId="{CCD0149D-8A3B-442B-8EF9-3B5C561785C5}" destId="{8EF0DA07-B3A9-4719-BA25-FE5360CB2CF0}" srcOrd="0" destOrd="0" presId="urn:microsoft.com/office/officeart/2008/layout/NameandTitleOrganizationalChart"/>
    <dgm:cxn modelId="{BC000575-B143-46E1-BF83-3362408BAEAE}" type="presParOf" srcId="{CCD0149D-8A3B-442B-8EF9-3B5C561785C5}" destId="{31E4EDD4-6190-48E9-8E4B-16E3644B0157}" srcOrd="1" destOrd="0" presId="urn:microsoft.com/office/officeart/2008/layout/NameandTitleOrganizationalChart"/>
    <dgm:cxn modelId="{E3EA8A84-EBDE-484F-AE42-620FA037967B}" type="presParOf" srcId="{CCD0149D-8A3B-442B-8EF9-3B5C561785C5}" destId="{C1E0696E-A93D-48F8-BB2B-6E8515CB5D62}" srcOrd="2" destOrd="0" presId="urn:microsoft.com/office/officeart/2008/layout/NameandTitleOrganizationalChart"/>
    <dgm:cxn modelId="{3C661086-E6C4-45B7-91F7-EC7EF94F06A7}" type="presParOf" srcId="{DF087A6D-E987-4622-A0AF-AFA96B811CAA}" destId="{898808D6-E128-43B2-9D4F-F64D5E677F3E}" srcOrd="1" destOrd="0" presId="urn:microsoft.com/office/officeart/2008/layout/NameandTitleOrganizationalChart"/>
    <dgm:cxn modelId="{70D03D10-E9C6-47C8-A513-A3D340F0A771}" type="presParOf" srcId="{898808D6-E128-43B2-9D4F-F64D5E677F3E}" destId="{243ACAF0-1761-4CF9-9B17-656902F84813}" srcOrd="0" destOrd="0" presId="urn:microsoft.com/office/officeart/2008/layout/NameandTitleOrganizationalChart"/>
    <dgm:cxn modelId="{53845299-59E9-4D46-98A9-9B6E0D7798E2}" type="presParOf" srcId="{898808D6-E128-43B2-9D4F-F64D5E677F3E}" destId="{9641BA0F-0A94-4E45-9580-ED69AFEE7128}" srcOrd="1" destOrd="0" presId="urn:microsoft.com/office/officeart/2008/layout/NameandTitleOrganizationalChart"/>
    <dgm:cxn modelId="{2D7E29F2-B7C1-4A16-9B3A-76EACF52358C}" type="presParOf" srcId="{9641BA0F-0A94-4E45-9580-ED69AFEE7128}" destId="{09745BDF-2B56-48EB-ADC9-94309E135C90}" srcOrd="0" destOrd="0" presId="urn:microsoft.com/office/officeart/2008/layout/NameandTitleOrganizationalChart"/>
    <dgm:cxn modelId="{741F5F89-7785-48E5-89F5-6A6473EDD93C}" type="presParOf" srcId="{09745BDF-2B56-48EB-ADC9-94309E135C90}" destId="{A17862AF-41E3-40FF-B7EC-80FEA3E53764}" srcOrd="0" destOrd="0" presId="urn:microsoft.com/office/officeart/2008/layout/NameandTitleOrganizationalChart"/>
    <dgm:cxn modelId="{5AE26FC2-176E-46D4-ABF0-D2FAAAC32C17}" type="presParOf" srcId="{09745BDF-2B56-48EB-ADC9-94309E135C90}" destId="{B6585C7C-D05A-48E2-86D0-4DD1AD3A815F}" srcOrd="1" destOrd="0" presId="urn:microsoft.com/office/officeart/2008/layout/NameandTitleOrganizationalChart"/>
    <dgm:cxn modelId="{7426465E-506B-4AF4-8201-3DC6BE5A4FD3}" type="presParOf" srcId="{09745BDF-2B56-48EB-ADC9-94309E135C90}" destId="{1E82733B-E594-49A6-B06B-C51D9C0F2DEA}" srcOrd="2" destOrd="0" presId="urn:microsoft.com/office/officeart/2008/layout/NameandTitleOrganizationalChart"/>
    <dgm:cxn modelId="{95B78EFC-2B61-4BFF-A96D-F4BB34460C0C}" type="presParOf" srcId="{9641BA0F-0A94-4E45-9580-ED69AFEE7128}" destId="{E7BC0EB2-8034-4FA9-909B-BDDD0256F877}" srcOrd="1" destOrd="0" presId="urn:microsoft.com/office/officeart/2008/layout/NameandTitleOrganizationalChart"/>
    <dgm:cxn modelId="{371AC7EE-20C0-43A2-A044-663DEC2FDD2C}" type="presParOf" srcId="{9641BA0F-0A94-4E45-9580-ED69AFEE7128}" destId="{EB2AF0E0-9E23-44BD-B52B-3B1648EA6C60}" srcOrd="2" destOrd="0" presId="urn:microsoft.com/office/officeart/2008/layout/NameandTitleOrganizationalChart"/>
    <dgm:cxn modelId="{70A86C59-78B0-46A9-B495-DE2E1A824286}" type="presParOf" srcId="{898808D6-E128-43B2-9D4F-F64D5E677F3E}" destId="{0C2D2929-747D-41FB-9EE5-5508CA608466}" srcOrd="2" destOrd="0" presId="urn:microsoft.com/office/officeart/2008/layout/NameandTitleOrganizationalChart"/>
    <dgm:cxn modelId="{51409A80-6F08-487C-A8CC-3450D855319E}" type="presParOf" srcId="{898808D6-E128-43B2-9D4F-F64D5E677F3E}" destId="{39F3E73C-45BD-4727-A6F6-C32220E5D744}" srcOrd="3" destOrd="0" presId="urn:microsoft.com/office/officeart/2008/layout/NameandTitleOrganizationalChart"/>
    <dgm:cxn modelId="{9011727A-0EDA-4CA0-8A65-FE6B24FA6189}" type="presParOf" srcId="{39F3E73C-45BD-4727-A6F6-C32220E5D744}" destId="{2CAA1EDE-8D1C-4E77-BCD6-C6E6A36A0C9A}" srcOrd="0" destOrd="0" presId="urn:microsoft.com/office/officeart/2008/layout/NameandTitleOrganizationalChart"/>
    <dgm:cxn modelId="{8FE919AF-7539-4DD8-B16F-A5630780B38F}" type="presParOf" srcId="{2CAA1EDE-8D1C-4E77-BCD6-C6E6A36A0C9A}" destId="{303CA0B4-537B-4B3E-84B0-E817DBD3A2D6}" srcOrd="0" destOrd="0" presId="urn:microsoft.com/office/officeart/2008/layout/NameandTitleOrganizationalChart"/>
    <dgm:cxn modelId="{D97AF7AA-740B-4CB6-9E9D-8DF0126C61D0}" type="presParOf" srcId="{2CAA1EDE-8D1C-4E77-BCD6-C6E6A36A0C9A}" destId="{2C00CA16-0657-4AA9-A539-C233C0ABDEDB}" srcOrd="1" destOrd="0" presId="urn:microsoft.com/office/officeart/2008/layout/NameandTitleOrganizationalChart"/>
    <dgm:cxn modelId="{A59FCEF4-551E-478B-8083-1D8CC4786E72}" type="presParOf" srcId="{2CAA1EDE-8D1C-4E77-BCD6-C6E6A36A0C9A}" destId="{A33ABF12-C5AF-4F53-BB5E-20F7691A1E23}" srcOrd="2" destOrd="0" presId="urn:microsoft.com/office/officeart/2008/layout/NameandTitleOrganizationalChart"/>
    <dgm:cxn modelId="{4DFAC2A4-9A47-4888-83B4-CD32C7CD643B}" type="presParOf" srcId="{39F3E73C-45BD-4727-A6F6-C32220E5D744}" destId="{86A24971-63FB-40F7-85D6-3694B40D5EEA}" srcOrd="1" destOrd="0" presId="urn:microsoft.com/office/officeart/2008/layout/NameandTitleOrganizationalChart"/>
    <dgm:cxn modelId="{ED12CF87-C98F-457C-9B9B-B21114D907A5}" type="presParOf" srcId="{86A24971-63FB-40F7-85D6-3694B40D5EEA}" destId="{F402A142-778C-4A22-91BE-38877A9EC083}" srcOrd="0" destOrd="0" presId="urn:microsoft.com/office/officeart/2008/layout/NameandTitleOrganizationalChart"/>
    <dgm:cxn modelId="{36EDA7DF-E6CB-4E04-AD28-60FE14BD0CB5}" type="presParOf" srcId="{86A24971-63FB-40F7-85D6-3694B40D5EEA}" destId="{4E178041-28B2-4797-AFCA-684E7626C8D1}" srcOrd="1" destOrd="0" presId="urn:microsoft.com/office/officeart/2008/layout/NameandTitleOrganizationalChart"/>
    <dgm:cxn modelId="{DDD3215D-5046-4B81-BC7F-47B9DAC139D3}" type="presParOf" srcId="{4E178041-28B2-4797-AFCA-684E7626C8D1}" destId="{CCB9CBD7-8D72-408E-B77D-E1A1C62B804B}" srcOrd="0" destOrd="0" presId="urn:microsoft.com/office/officeart/2008/layout/NameandTitleOrganizationalChart"/>
    <dgm:cxn modelId="{58D019D7-9E5F-4CB5-A0F0-4BBCDBFEACBF}" type="presParOf" srcId="{CCB9CBD7-8D72-408E-B77D-E1A1C62B804B}" destId="{CD391B19-6B7E-4D0F-BC92-8888E90412C5}" srcOrd="0" destOrd="0" presId="urn:microsoft.com/office/officeart/2008/layout/NameandTitleOrganizationalChart"/>
    <dgm:cxn modelId="{D2B859E3-DA97-47D6-ACB3-7299E79F72BA}" type="presParOf" srcId="{CCB9CBD7-8D72-408E-B77D-E1A1C62B804B}" destId="{BB0A0857-F759-4F62-B2CB-56D6629C3C21}" srcOrd="1" destOrd="0" presId="urn:microsoft.com/office/officeart/2008/layout/NameandTitleOrganizationalChart"/>
    <dgm:cxn modelId="{5C386D2B-293B-4266-8E48-8FF5D310E405}" type="presParOf" srcId="{CCB9CBD7-8D72-408E-B77D-E1A1C62B804B}" destId="{19C8FBB5-7DEB-4804-867A-D2E697E80C18}" srcOrd="2" destOrd="0" presId="urn:microsoft.com/office/officeart/2008/layout/NameandTitleOrganizationalChart"/>
    <dgm:cxn modelId="{79B7F1BB-0469-45A5-97BC-47CAFBDD06C1}" type="presParOf" srcId="{4E178041-28B2-4797-AFCA-684E7626C8D1}" destId="{8BBACADF-ADCE-4EC4-B18D-01CA6D1C070E}" srcOrd="1" destOrd="0" presId="urn:microsoft.com/office/officeart/2008/layout/NameandTitleOrganizationalChart"/>
    <dgm:cxn modelId="{F752E5D1-36A1-478A-84AC-413BFF20E673}" type="presParOf" srcId="{4E178041-28B2-4797-AFCA-684E7626C8D1}" destId="{092CADF2-97B7-4596-862C-49A12CA9FF26}" srcOrd="2" destOrd="0" presId="urn:microsoft.com/office/officeart/2008/layout/NameandTitleOrganizationalChart"/>
    <dgm:cxn modelId="{962478EB-7818-401C-B75C-270D58BE2AC0}" type="presParOf" srcId="{86A24971-63FB-40F7-85D6-3694B40D5EEA}" destId="{D731FF10-C618-4958-996B-7B29464A5F2D}" srcOrd="2" destOrd="0" presId="urn:microsoft.com/office/officeart/2008/layout/NameandTitleOrganizationalChart"/>
    <dgm:cxn modelId="{3D5E5321-D65E-4387-BD59-C10B9889851A}" type="presParOf" srcId="{86A24971-63FB-40F7-85D6-3694B40D5EEA}" destId="{89D8BCB0-52CB-4412-9234-684E4ACE185C}" srcOrd="3" destOrd="0" presId="urn:microsoft.com/office/officeart/2008/layout/NameandTitleOrganizationalChart"/>
    <dgm:cxn modelId="{278DD72E-C663-44FA-9B9C-8AEC8176C978}" type="presParOf" srcId="{89D8BCB0-52CB-4412-9234-684E4ACE185C}" destId="{62115292-0004-4D8A-8463-655298985617}" srcOrd="0" destOrd="0" presId="urn:microsoft.com/office/officeart/2008/layout/NameandTitleOrganizationalChart"/>
    <dgm:cxn modelId="{D147D7FB-04F7-4466-A513-C8E91E008F4C}" type="presParOf" srcId="{62115292-0004-4D8A-8463-655298985617}" destId="{44F814E9-54E7-4B89-A814-9B9E93ED174C}" srcOrd="0" destOrd="0" presId="urn:microsoft.com/office/officeart/2008/layout/NameandTitleOrganizationalChart"/>
    <dgm:cxn modelId="{2793FAD3-358E-4DB3-9B82-8888BB90DD09}" type="presParOf" srcId="{62115292-0004-4D8A-8463-655298985617}" destId="{05321BE9-021E-43F4-8FD1-B0275B5CEDA8}" srcOrd="1" destOrd="0" presId="urn:microsoft.com/office/officeart/2008/layout/NameandTitleOrganizationalChart"/>
    <dgm:cxn modelId="{74AF0183-B6C9-4A7A-86EF-78F8D1C9B53D}" type="presParOf" srcId="{62115292-0004-4D8A-8463-655298985617}" destId="{79DA66AD-DED7-4EFA-859D-BFAC03D78CC7}" srcOrd="2" destOrd="0" presId="urn:microsoft.com/office/officeart/2008/layout/NameandTitleOrganizationalChart"/>
    <dgm:cxn modelId="{EBB78772-11C8-4C2C-A1E0-558570BF44F7}" type="presParOf" srcId="{89D8BCB0-52CB-4412-9234-684E4ACE185C}" destId="{559ACD46-E9C6-4338-A81C-D2425389FF7C}" srcOrd="1" destOrd="0" presId="urn:microsoft.com/office/officeart/2008/layout/NameandTitleOrganizationalChart"/>
    <dgm:cxn modelId="{3091597C-7B83-44F8-AA5B-E8EC3FBBA7A0}" type="presParOf" srcId="{89D8BCB0-52CB-4412-9234-684E4ACE185C}" destId="{7A45CE1B-5596-4A2A-9B55-6784BA071CCA}" srcOrd="2" destOrd="0" presId="urn:microsoft.com/office/officeart/2008/layout/NameandTitleOrganizationalChart"/>
    <dgm:cxn modelId="{00E608D8-0DC1-45ED-A25E-9EEEB12B835D}" type="presParOf" srcId="{86A24971-63FB-40F7-85D6-3694B40D5EEA}" destId="{F45417F1-9AE1-4DC6-AAB5-DF92A379E123}" srcOrd="4" destOrd="0" presId="urn:microsoft.com/office/officeart/2008/layout/NameandTitleOrganizationalChart"/>
    <dgm:cxn modelId="{AC2E6844-B266-49F1-A95F-2984A0D12B6F}" type="presParOf" srcId="{86A24971-63FB-40F7-85D6-3694B40D5EEA}" destId="{D6A9CDEF-75C4-49DC-B07C-1F3B2CE17981}" srcOrd="5" destOrd="0" presId="urn:microsoft.com/office/officeart/2008/layout/NameandTitleOrganizationalChart"/>
    <dgm:cxn modelId="{6F75393D-1758-4F1A-A134-331F18C5570F}" type="presParOf" srcId="{D6A9CDEF-75C4-49DC-B07C-1F3B2CE17981}" destId="{3D887D51-684B-4654-B56B-C2389BB2C127}" srcOrd="0" destOrd="0" presId="urn:microsoft.com/office/officeart/2008/layout/NameandTitleOrganizationalChart"/>
    <dgm:cxn modelId="{06719F39-BA5A-454A-95FE-8BC99ED6E5BD}" type="presParOf" srcId="{3D887D51-684B-4654-B56B-C2389BB2C127}" destId="{834C088E-186E-426E-99D9-8D24514EDCA9}" srcOrd="0" destOrd="0" presId="urn:microsoft.com/office/officeart/2008/layout/NameandTitleOrganizationalChart"/>
    <dgm:cxn modelId="{AD1541F4-F894-4DBD-9622-8E381A6816AD}" type="presParOf" srcId="{3D887D51-684B-4654-B56B-C2389BB2C127}" destId="{E93F80F9-E00C-4379-87EF-621AB8762A84}" srcOrd="1" destOrd="0" presId="urn:microsoft.com/office/officeart/2008/layout/NameandTitleOrganizationalChart"/>
    <dgm:cxn modelId="{6E9160B5-81C0-4662-9D10-B9967B0A470C}" type="presParOf" srcId="{3D887D51-684B-4654-B56B-C2389BB2C127}" destId="{88DB46D6-68EF-47D2-803E-78C085AD5312}" srcOrd="2" destOrd="0" presId="urn:microsoft.com/office/officeart/2008/layout/NameandTitleOrganizationalChart"/>
    <dgm:cxn modelId="{BADC2FD5-6DE0-43E1-B2FC-E8E79DF8BFF5}" type="presParOf" srcId="{D6A9CDEF-75C4-49DC-B07C-1F3B2CE17981}" destId="{785C3FD3-79B0-4B3F-B0EE-8FCED593B8FC}" srcOrd="1" destOrd="0" presId="urn:microsoft.com/office/officeart/2008/layout/NameandTitleOrganizationalChart"/>
    <dgm:cxn modelId="{1DDCF28D-286C-4702-B8B9-921FB27F7FF6}" type="presParOf" srcId="{785C3FD3-79B0-4B3F-B0EE-8FCED593B8FC}" destId="{575A38D0-CFB6-4F64-833B-265C943B4D12}" srcOrd="0" destOrd="0" presId="urn:microsoft.com/office/officeart/2008/layout/NameandTitleOrganizationalChart"/>
    <dgm:cxn modelId="{1D7C6D9E-80F3-4743-B137-1F5653DA28CA}" type="presParOf" srcId="{785C3FD3-79B0-4B3F-B0EE-8FCED593B8FC}" destId="{090E00CB-610F-40D8-928B-95D6413A065B}" srcOrd="1" destOrd="0" presId="urn:microsoft.com/office/officeart/2008/layout/NameandTitleOrganizationalChart"/>
    <dgm:cxn modelId="{F7791D88-6BA8-46B7-9492-EE867140811E}" type="presParOf" srcId="{090E00CB-610F-40D8-928B-95D6413A065B}" destId="{FAE75FFB-7CBD-41DA-A782-884BF9A60868}" srcOrd="0" destOrd="0" presId="urn:microsoft.com/office/officeart/2008/layout/NameandTitleOrganizationalChart"/>
    <dgm:cxn modelId="{0A102BA3-EFB3-4F85-B5B8-FA013B2CC0E0}" type="presParOf" srcId="{FAE75FFB-7CBD-41DA-A782-884BF9A60868}" destId="{BC74FD37-175F-4FE8-A2A9-CB4AC28EBD0E}" srcOrd="0" destOrd="0" presId="urn:microsoft.com/office/officeart/2008/layout/NameandTitleOrganizationalChart"/>
    <dgm:cxn modelId="{6EB53CD6-45DD-4986-87E2-59700F7409D2}" type="presParOf" srcId="{FAE75FFB-7CBD-41DA-A782-884BF9A60868}" destId="{0313C76D-2B57-47D5-9AC3-AB25B7C40BA6}" srcOrd="1" destOrd="0" presId="urn:microsoft.com/office/officeart/2008/layout/NameandTitleOrganizationalChart"/>
    <dgm:cxn modelId="{D6771D41-FFC8-4750-9D3B-6DCC9494CAAD}" type="presParOf" srcId="{FAE75FFB-7CBD-41DA-A782-884BF9A60868}" destId="{042C08AD-FAEE-4CBA-B1CE-D1A8B979FC7A}" srcOrd="2" destOrd="0" presId="urn:microsoft.com/office/officeart/2008/layout/NameandTitleOrganizationalChart"/>
    <dgm:cxn modelId="{41B0BD8C-FD9F-45F0-BD29-F02DE808A7BA}" type="presParOf" srcId="{090E00CB-610F-40D8-928B-95D6413A065B}" destId="{613FB0CD-F617-47CB-A61C-D5FA7F1FB744}" srcOrd="1" destOrd="0" presId="urn:microsoft.com/office/officeart/2008/layout/NameandTitleOrganizationalChart"/>
    <dgm:cxn modelId="{22CBBFF9-B8AB-4EF3-9F98-96D506D6404A}" type="presParOf" srcId="{090E00CB-610F-40D8-928B-95D6413A065B}" destId="{88D72E07-AE62-4D07-914E-3905465D75D9}" srcOrd="2" destOrd="0" presId="urn:microsoft.com/office/officeart/2008/layout/NameandTitleOrganizationalChart"/>
    <dgm:cxn modelId="{1C3CF3A9-3E53-46E7-8EBE-3F6E1B81C9D3}" type="presParOf" srcId="{785C3FD3-79B0-4B3F-B0EE-8FCED593B8FC}" destId="{F150066F-4DF7-4F2D-A4BD-4C433705593F}" srcOrd="2" destOrd="0" presId="urn:microsoft.com/office/officeart/2008/layout/NameandTitleOrganizationalChart"/>
    <dgm:cxn modelId="{646998CD-ADB6-4CD7-8E97-3B9BB5B750A6}" type="presParOf" srcId="{785C3FD3-79B0-4B3F-B0EE-8FCED593B8FC}" destId="{6816F591-D9DF-4ACE-9441-51CDAD8FAB8B}" srcOrd="3" destOrd="0" presId="urn:microsoft.com/office/officeart/2008/layout/NameandTitleOrganizationalChart"/>
    <dgm:cxn modelId="{23055F04-3377-4598-98B3-5C6A933CD1B9}" type="presParOf" srcId="{6816F591-D9DF-4ACE-9441-51CDAD8FAB8B}" destId="{B1EED0F4-9C5A-4D39-AE9B-7477249A8493}" srcOrd="0" destOrd="0" presId="urn:microsoft.com/office/officeart/2008/layout/NameandTitleOrganizationalChart"/>
    <dgm:cxn modelId="{AF735E51-EC2C-46C8-849F-F7B3DF3D7317}" type="presParOf" srcId="{B1EED0F4-9C5A-4D39-AE9B-7477249A8493}" destId="{82507576-0106-41AB-A5BF-8850AA678E4D}" srcOrd="0" destOrd="0" presId="urn:microsoft.com/office/officeart/2008/layout/NameandTitleOrganizationalChart"/>
    <dgm:cxn modelId="{AD5A9CB5-16B7-4C80-A95C-B7A3261DBF52}" type="presParOf" srcId="{B1EED0F4-9C5A-4D39-AE9B-7477249A8493}" destId="{1C9A5226-4352-43DD-A4AC-F33C0762348C}" srcOrd="1" destOrd="0" presId="urn:microsoft.com/office/officeart/2008/layout/NameandTitleOrganizationalChart"/>
    <dgm:cxn modelId="{C39E326E-1FF0-4133-87C4-3A0D4F1066A6}" type="presParOf" srcId="{B1EED0F4-9C5A-4D39-AE9B-7477249A8493}" destId="{8F70D118-F90D-4060-AD06-7418054BABE3}" srcOrd="2" destOrd="0" presId="urn:microsoft.com/office/officeart/2008/layout/NameandTitleOrganizationalChart"/>
    <dgm:cxn modelId="{C27E9789-F89C-45A9-B448-6DE1C57695B1}" type="presParOf" srcId="{6816F591-D9DF-4ACE-9441-51CDAD8FAB8B}" destId="{E2421215-C180-4557-8A08-FF1CCE7E0EBD}" srcOrd="1" destOrd="0" presId="urn:microsoft.com/office/officeart/2008/layout/NameandTitleOrganizationalChart"/>
    <dgm:cxn modelId="{3EF2204A-FBAF-487A-8EDC-DD7B06196C5B}" type="presParOf" srcId="{6816F591-D9DF-4ACE-9441-51CDAD8FAB8B}" destId="{55A53713-EA35-4F0C-89E2-06E00BBD3483}" srcOrd="2" destOrd="0" presId="urn:microsoft.com/office/officeart/2008/layout/NameandTitleOrganizationalChart"/>
    <dgm:cxn modelId="{F760531E-0E30-4957-9A48-FEEAC0CA322C}" type="presParOf" srcId="{785C3FD3-79B0-4B3F-B0EE-8FCED593B8FC}" destId="{F2E5DCBF-1A60-4F9F-8F86-CA14E6AD0242}" srcOrd="4" destOrd="0" presId="urn:microsoft.com/office/officeart/2008/layout/NameandTitleOrganizationalChart"/>
    <dgm:cxn modelId="{F2877F6D-CFCE-45D8-A8F5-9B015A0477F3}" type="presParOf" srcId="{785C3FD3-79B0-4B3F-B0EE-8FCED593B8FC}" destId="{D2E07F10-0801-460C-9E1F-3D54E5A354AF}" srcOrd="5" destOrd="0" presId="urn:microsoft.com/office/officeart/2008/layout/NameandTitleOrganizationalChart"/>
    <dgm:cxn modelId="{0DD1857C-2DCC-43AA-9F63-4022C922EAF1}" type="presParOf" srcId="{D2E07F10-0801-460C-9E1F-3D54E5A354AF}" destId="{DBF6BD52-956A-4881-B1E4-415BAD58997A}" srcOrd="0" destOrd="0" presId="urn:microsoft.com/office/officeart/2008/layout/NameandTitleOrganizationalChart"/>
    <dgm:cxn modelId="{6AABEDF1-3471-4560-83EF-962A0866399F}" type="presParOf" srcId="{DBF6BD52-956A-4881-B1E4-415BAD58997A}" destId="{3C248589-DFC7-4836-A76F-10BF653D7D9F}" srcOrd="0" destOrd="0" presId="urn:microsoft.com/office/officeart/2008/layout/NameandTitleOrganizationalChart"/>
    <dgm:cxn modelId="{83BC6E61-80C8-4A95-BB06-9740110E4BB1}" type="presParOf" srcId="{DBF6BD52-956A-4881-B1E4-415BAD58997A}" destId="{F31BCC74-5179-42DC-9E17-3A1C90818154}" srcOrd="1" destOrd="0" presId="urn:microsoft.com/office/officeart/2008/layout/NameandTitleOrganizationalChart"/>
    <dgm:cxn modelId="{79DCB9DF-D118-4797-89EC-D649AD73BD96}" type="presParOf" srcId="{DBF6BD52-956A-4881-B1E4-415BAD58997A}" destId="{27E535D5-01F6-4289-B838-9EFCAB30B9B2}" srcOrd="2" destOrd="0" presId="urn:microsoft.com/office/officeart/2008/layout/NameandTitleOrganizationalChart"/>
    <dgm:cxn modelId="{95CA0FC6-28E0-4FC5-B687-4F4AA7602241}" type="presParOf" srcId="{D2E07F10-0801-460C-9E1F-3D54E5A354AF}" destId="{91D78408-E764-4378-98EA-615045EC452C}" srcOrd="1" destOrd="0" presId="urn:microsoft.com/office/officeart/2008/layout/NameandTitleOrganizationalChart"/>
    <dgm:cxn modelId="{DA5FC90D-6322-4C79-9194-965516F94151}" type="presParOf" srcId="{D2E07F10-0801-460C-9E1F-3D54E5A354AF}" destId="{5BBB82CC-CF0C-4E03-B1AC-DD6DB0BF520C}" srcOrd="2" destOrd="0" presId="urn:microsoft.com/office/officeart/2008/layout/NameandTitleOrganizationalChart"/>
    <dgm:cxn modelId="{953483F0-BD7A-41ED-B01D-722DC1978EF5}" type="presParOf" srcId="{D6A9CDEF-75C4-49DC-B07C-1F3B2CE17981}" destId="{D8FF4A62-965D-4472-A672-E2FF33EA6133}" srcOrd="2" destOrd="0" presId="urn:microsoft.com/office/officeart/2008/layout/NameandTitleOrganizationalChart"/>
    <dgm:cxn modelId="{EABF223B-536F-4458-9D67-DE052E823B10}" type="presParOf" srcId="{39F3E73C-45BD-4727-A6F6-C32220E5D744}" destId="{7C731A64-639B-4935-BF12-C29A3C1738DD}" srcOrd="2" destOrd="0" presId="urn:microsoft.com/office/officeart/2008/layout/NameandTitleOrganizationalChart"/>
    <dgm:cxn modelId="{784EE41D-F7DB-4063-B65E-2AE965455047}" type="presParOf" srcId="{898808D6-E128-43B2-9D4F-F64D5E677F3E}" destId="{22B85F9C-161F-476C-BD3D-2E331993D6E9}" srcOrd="4" destOrd="0" presId="urn:microsoft.com/office/officeart/2008/layout/NameandTitleOrganizationalChart"/>
    <dgm:cxn modelId="{559FE624-281D-43AA-BBB5-C25EBC6B10A4}" type="presParOf" srcId="{898808D6-E128-43B2-9D4F-F64D5E677F3E}" destId="{78806FC5-D616-44F3-92BD-30297EC98628}" srcOrd="5" destOrd="0" presId="urn:microsoft.com/office/officeart/2008/layout/NameandTitleOrganizationalChart"/>
    <dgm:cxn modelId="{BC012E8C-C784-4C56-9003-92BE7E04EFE0}" type="presParOf" srcId="{78806FC5-D616-44F3-92BD-30297EC98628}" destId="{C30465F4-AA29-4626-8B80-8193BA23941E}" srcOrd="0" destOrd="0" presId="urn:microsoft.com/office/officeart/2008/layout/NameandTitleOrganizationalChart"/>
    <dgm:cxn modelId="{1801D7B5-A797-433A-BF81-D8BE7A629DE7}" type="presParOf" srcId="{C30465F4-AA29-4626-8B80-8193BA23941E}" destId="{5DB7C5E5-2840-465B-86DB-64F324D96A48}" srcOrd="0" destOrd="0" presId="urn:microsoft.com/office/officeart/2008/layout/NameandTitleOrganizationalChart"/>
    <dgm:cxn modelId="{067AA532-B31C-40EC-AFC6-75B670A516AB}" type="presParOf" srcId="{C30465F4-AA29-4626-8B80-8193BA23941E}" destId="{50864833-4FBC-4CB2-A7AA-AC2D232B2217}" srcOrd="1" destOrd="0" presId="urn:microsoft.com/office/officeart/2008/layout/NameandTitleOrganizationalChart"/>
    <dgm:cxn modelId="{C65F16EB-3A9E-425A-9659-A219553795AA}" type="presParOf" srcId="{C30465F4-AA29-4626-8B80-8193BA23941E}" destId="{B636AF36-47F8-4CCC-9A09-1F75151C474A}" srcOrd="2" destOrd="0" presId="urn:microsoft.com/office/officeart/2008/layout/NameandTitleOrganizationalChart"/>
    <dgm:cxn modelId="{BBAAC3E0-6918-467E-A897-EE3519C07906}" type="presParOf" srcId="{78806FC5-D616-44F3-92BD-30297EC98628}" destId="{905898AE-AA1B-462A-A20D-8C7867FA82B7}" srcOrd="1" destOrd="0" presId="urn:microsoft.com/office/officeart/2008/layout/NameandTitleOrganizationalChart"/>
    <dgm:cxn modelId="{182E47C7-C6D5-48A9-BC74-4BC68A2A0BCC}" type="presParOf" srcId="{78806FC5-D616-44F3-92BD-30297EC98628}" destId="{54E0B5A8-B5FD-45FD-B9A6-2EF1F9AF810C}" srcOrd="2" destOrd="0" presId="urn:microsoft.com/office/officeart/2008/layout/NameandTitleOrganizationalChart"/>
    <dgm:cxn modelId="{93842AE1-9234-48FE-B8E5-4524BB605F7B}" type="presParOf" srcId="{DF087A6D-E987-4622-A0AF-AFA96B811CAA}" destId="{EE4B31B8-50A2-40A1-8969-D0B2C070F62D}" srcOrd="2" destOrd="0" presId="urn:microsoft.com/office/officeart/2008/layout/NameandTitleOrganizationalChart"/>
    <dgm:cxn modelId="{C0406FF3-50F4-4038-81C6-994EAFF9E162}" type="presParOf" srcId="{EE4B31B8-50A2-40A1-8969-D0B2C070F62D}" destId="{90B89821-A02D-4963-8B86-1C8752CB83C2}" srcOrd="0" destOrd="0" presId="urn:microsoft.com/office/officeart/2008/layout/NameandTitleOrganizationalChart"/>
    <dgm:cxn modelId="{BE2C0A51-D5FF-4C5B-949A-2CF961B0A1DD}" type="presParOf" srcId="{EE4B31B8-50A2-40A1-8969-D0B2C070F62D}" destId="{74328BA1-0FB9-4F0D-9370-0C470CD009D0}" srcOrd="1" destOrd="0" presId="urn:microsoft.com/office/officeart/2008/layout/NameandTitleOrganizationalChart"/>
    <dgm:cxn modelId="{48B62C60-BD93-43C6-84BC-2AD72E056454}" type="presParOf" srcId="{74328BA1-0FB9-4F0D-9370-0C470CD009D0}" destId="{F9C60C20-0A79-474F-80C1-A67166E0617F}" srcOrd="0" destOrd="0" presId="urn:microsoft.com/office/officeart/2008/layout/NameandTitleOrganizationalChart"/>
    <dgm:cxn modelId="{BD7B4DF4-AA90-41FD-970E-49AE2E37B243}" type="presParOf" srcId="{F9C60C20-0A79-474F-80C1-A67166E0617F}" destId="{2CE3C2C6-AF25-4BC1-92FB-7B947DF4D1D5}" srcOrd="0" destOrd="0" presId="urn:microsoft.com/office/officeart/2008/layout/NameandTitleOrganizationalChart"/>
    <dgm:cxn modelId="{6DB2D9B9-7590-486E-AFF0-4846D7FAA1FB}" type="presParOf" srcId="{F9C60C20-0A79-474F-80C1-A67166E0617F}" destId="{D0B78C44-A09E-4793-A006-EEBDFD51BFC5}" srcOrd="1" destOrd="0" presId="urn:microsoft.com/office/officeart/2008/layout/NameandTitleOrganizationalChart"/>
    <dgm:cxn modelId="{3FFE8F39-D5C7-418C-85A6-09F22E6D98E6}" type="presParOf" srcId="{F9C60C20-0A79-474F-80C1-A67166E0617F}" destId="{8B7009E2-B932-427A-A5ED-AC6D35D2ED8B}" srcOrd="2" destOrd="0" presId="urn:microsoft.com/office/officeart/2008/layout/NameandTitleOrganizationalChart"/>
    <dgm:cxn modelId="{17FB42F3-C3E9-4667-83E0-A1FE5EC6B45B}" type="presParOf" srcId="{74328BA1-0FB9-4F0D-9370-0C470CD009D0}" destId="{42436F8E-526C-4419-9670-D63585CCADB8}" srcOrd="1" destOrd="0" presId="urn:microsoft.com/office/officeart/2008/layout/NameandTitleOrganizationalChart"/>
    <dgm:cxn modelId="{11B694DC-E312-4726-9288-005E97E06D67}" type="presParOf" srcId="{74328BA1-0FB9-4F0D-9370-0C470CD009D0}" destId="{4A2351D6-4FF5-41A2-826E-86259EBFAEC5}" srcOrd="2" destOrd="0" presId="urn:microsoft.com/office/officeart/2008/layout/NameandTitleOrganizationalChart"/>
    <dgm:cxn modelId="{3756B12C-6489-4625-91C4-F4B5D2D203F2}" type="presParOf" srcId="{EE4B31B8-50A2-40A1-8969-D0B2C070F62D}" destId="{7857C376-CE08-4E09-86D9-3F6421BEEB25}" srcOrd="2" destOrd="0" presId="urn:microsoft.com/office/officeart/2008/layout/NameandTitleOrganizationalChart"/>
    <dgm:cxn modelId="{245AF5A0-1CEA-43CB-8C78-70BA3D1F2736}" type="presParOf" srcId="{EE4B31B8-50A2-40A1-8969-D0B2C070F62D}" destId="{D595E9AE-DA8D-475B-9F02-AD44237E995C}" srcOrd="3" destOrd="0" presId="urn:microsoft.com/office/officeart/2008/layout/NameandTitleOrganizationalChart"/>
    <dgm:cxn modelId="{77A33E7F-969B-49FB-B5D0-681F45A241DB}" type="presParOf" srcId="{D595E9AE-DA8D-475B-9F02-AD44237E995C}" destId="{1E99C227-ACAF-4434-9DAD-41F5795AA082}" srcOrd="0" destOrd="0" presId="urn:microsoft.com/office/officeart/2008/layout/NameandTitleOrganizationalChart"/>
    <dgm:cxn modelId="{41573CF3-5E0E-4987-92FF-E294A6EB847B}" type="presParOf" srcId="{1E99C227-ACAF-4434-9DAD-41F5795AA082}" destId="{E44280ED-7194-4B3C-B014-B8D84CD15536}" srcOrd="0" destOrd="0" presId="urn:microsoft.com/office/officeart/2008/layout/NameandTitleOrganizationalChart"/>
    <dgm:cxn modelId="{C742FFDA-6A4B-450D-AD0E-7ED65269A912}" type="presParOf" srcId="{1E99C227-ACAF-4434-9DAD-41F5795AA082}" destId="{EF222300-1C49-4312-AFE2-B43B45005822}" srcOrd="1" destOrd="0" presId="urn:microsoft.com/office/officeart/2008/layout/NameandTitleOrganizationalChart"/>
    <dgm:cxn modelId="{744DB02C-CD3A-4A09-BFC1-B9DC3ABE641E}" type="presParOf" srcId="{1E99C227-ACAF-4434-9DAD-41F5795AA082}" destId="{042E1C3C-C705-449A-A7B1-A73BDDE94732}" srcOrd="2" destOrd="0" presId="urn:microsoft.com/office/officeart/2008/layout/NameandTitleOrganizationalChart"/>
    <dgm:cxn modelId="{6CE0AE95-1072-460C-8C34-E22366C24179}" type="presParOf" srcId="{D595E9AE-DA8D-475B-9F02-AD44237E995C}" destId="{E7839DD9-912F-46F6-AA99-86F8890ADAAD}" srcOrd="1" destOrd="0" presId="urn:microsoft.com/office/officeart/2008/layout/NameandTitleOrganizationalChart"/>
    <dgm:cxn modelId="{00FB86E2-E76C-4652-8AB8-0F23293D3D33}" type="presParOf" srcId="{D595E9AE-DA8D-475B-9F02-AD44237E995C}" destId="{EAF84CF1-1682-4CB0-B304-7A540325B516}" srcOrd="2" destOrd="0" presId="urn:microsoft.com/office/officeart/2008/layout/NameandTitleOrganizational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E8D9D39-5BD5-4C1D-86EB-6781DC9DC884}">
      <dsp:nvSpPr>
        <dsp:cNvPr id="0" name=""/>
        <dsp:cNvSpPr/>
      </dsp:nvSpPr>
      <dsp:spPr>
        <a:xfrm>
          <a:off x="2552435" y="1502582"/>
          <a:ext cx="1909847" cy="1652095"/>
        </a:xfrm>
        <a:prstGeom prst="hexagon">
          <a:avLst>
            <a:gd name="adj" fmla="val 28570"/>
            <a:gd name="vf" fmla="val 1154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r>
            <a:rPr lang="en-US" sz="1600" kern="1200" dirty="0">
              <a:solidFill>
                <a:srgbClr val="FF0000"/>
              </a:solidFill>
            </a:rPr>
            <a:t>IoT devices </a:t>
          </a:r>
        </a:p>
        <a:p>
          <a:pPr marL="0" marR="0" lvl="0" indent="0" algn="ctr" defTabSz="914400" eaLnBrk="1" fontAlgn="auto" latinLnBrk="0" hangingPunct="1">
            <a:lnSpc>
              <a:spcPct val="100000"/>
            </a:lnSpc>
            <a:spcBef>
              <a:spcPct val="0"/>
            </a:spcBef>
            <a:spcAft>
              <a:spcPts val="0"/>
            </a:spcAft>
            <a:buClrTx/>
            <a:buSzTx/>
            <a:buFontTx/>
            <a:buNone/>
            <a:tabLst/>
            <a:defRPr/>
          </a:pPr>
          <a:endParaRPr lang="en-US" sz="1600" b="1" kern="1200" dirty="0">
            <a:solidFill>
              <a:srgbClr val="FF0000"/>
            </a:solidFill>
          </a:endParaRPr>
        </a:p>
        <a:p>
          <a:pPr marL="0" marR="0" lvl="0" indent="0" algn="ctr" defTabSz="914400" eaLnBrk="1" fontAlgn="auto" latinLnBrk="0" hangingPunct="1">
            <a:lnSpc>
              <a:spcPct val="100000"/>
            </a:lnSpc>
            <a:spcBef>
              <a:spcPct val="0"/>
            </a:spcBef>
            <a:spcAft>
              <a:spcPts val="0"/>
            </a:spcAft>
            <a:buClrTx/>
            <a:buSzTx/>
            <a:buFontTx/>
            <a:buNone/>
            <a:tabLst/>
            <a:defRPr/>
          </a:pPr>
          <a:r>
            <a:rPr lang="en-US" sz="1600" b="1" kern="1200" dirty="0">
              <a:solidFill>
                <a:srgbClr val="FF0000"/>
              </a:solidFill>
            </a:rPr>
            <a:t>Internet Connected Devices</a:t>
          </a:r>
        </a:p>
        <a:p>
          <a:pPr marL="0" lvl="0" algn="ctr" defTabSz="622300">
            <a:lnSpc>
              <a:spcPct val="90000"/>
            </a:lnSpc>
            <a:spcBef>
              <a:spcPct val="0"/>
            </a:spcBef>
            <a:spcAft>
              <a:spcPct val="35000"/>
            </a:spcAft>
            <a:buNone/>
          </a:pPr>
          <a:endParaRPr lang="en-US" sz="1100" kern="1200" dirty="0">
            <a:solidFill>
              <a:srgbClr val="FF0000"/>
            </a:solidFill>
          </a:endParaRPr>
        </a:p>
      </dsp:txBody>
      <dsp:txXfrm>
        <a:off x="2868923" y="1776357"/>
        <a:ext cx="1276871" cy="1104545"/>
      </dsp:txXfrm>
    </dsp:sp>
    <dsp:sp modelId="{B96F7EF8-40B1-464B-86B0-D186DA480ABB}">
      <dsp:nvSpPr>
        <dsp:cNvPr id="0" name=""/>
        <dsp:cNvSpPr/>
      </dsp:nvSpPr>
      <dsp:spPr>
        <a:xfrm>
          <a:off x="3748367" y="712166"/>
          <a:ext cx="720579" cy="62087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43E191A-9933-40DD-B3F9-6957459FB26F}">
      <dsp:nvSpPr>
        <dsp:cNvPr id="0" name=""/>
        <dsp:cNvSpPr/>
      </dsp:nvSpPr>
      <dsp:spPr>
        <a:xfrm>
          <a:off x="2728360" y="0"/>
          <a:ext cx="1565106" cy="1354000"/>
        </a:xfrm>
        <a:prstGeom prst="hexagon">
          <a:avLst>
            <a:gd name="adj" fmla="val 28570"/>
            <a:gd name="vf" fmla="val 1154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rgbClr val="FF0000"/>
              </a:solidFill>
            </a:rPr>
            <a:t>Home based devices</a:t>
          </a:r>
        </a:p>
      </dsp:txBody>
      <dsp:txXfrm>
        <a:off x="2987731" y="224387"/>
        <a:ext cx="1046364" cy="905226"/>
      </dsp:txXfrm>
    </dsp:sp>
    <dsp:sp modelId="{471894AE-AFF1-4D8A-87BC-109A3CEF9E0B}">
      <dsp:nvSpPr>
        <dsp:cNvPr id="0" name=""/>
        <dsp:cNvSpPr/>
      </dsp:nvSpPr>
      <dsp:spPr>
        <a:xfrm>
          <a:off x="4589339" y="1872871"/>
          <a:ext cx="720579" cy="62087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5AAAE8-6B64-4455-9C2B-E223F97E8E3C}">
      <dsp:nvSpPr>
        <dsp:cNvPr id="0" name=""/>
        <dsp:cNvSpPr/>
      </dsp:nvSpPr>
      <dsp:spPr>
        <a:xfrm>
          <a:off x="4163744" y="832801"/>
          <a:ext cx="1565106" cy="1354000"/>
        </a:xfrm>
        <a:prstGeom prst="hexagon">
          <a:avLst>
            <a:gd name="adj" fmla="val 28570"/>
            <a:gd name="vf" fmla="val 1154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rgbClr val="FF0000"/>
              </a:solidFill>
            </a:rPr>
            <a:t>Automobiles, Airlines  &amp; Aeronautics</a:t>
          </a:r>
        </a:p>
      </dsp:txBody>
      <dsp:txXfrm>
        <a:off x="4423115" y="1057188"/>
        <a:ext cx="1046364" cy="905226"/>
      </dsp:txXfrm>
    </dsp:sp>
    <dsp:sp modelId="{3D8413DB-5831-4FF6-A26C-4B552516F3B2}">
      <dsp:nvSpPr>
        <dsp:cNvPr id="0" name=""/>
        <dsp:cNvSpPr/>
      </dsp:nvSpPr>
      <dsp:spPr>
        <a:xfrm>
          <a:off x="4005145" y="3183089"/>
          <a:ext cx="720579" cy="62087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B250C0-7510-4DDB-8341-FFCDE2F08286}">
      <dsp:nvSpPr>
        <dsp:cNvPr id="0" name=""/>
        <dsp:cNvSpPr/>
      </dsp:nvSpPr>
      <dsp:spPr>
        <a:xfrm>
          <a:off x="4163744" y="2469991"/>
          <a:ext cx="1565106" cy="1354000"/>
        </a:xfrm>
        <a:prstGeom prst="hexagon">
          <a:avLst>
            <a:gd name="adj" fmla="val 28570"/>
            <a:gd name="vf" fmla="val 1154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rgbClr val="FF0000"/>
              </a:solidFill>
            </a:rPr>
            <a:t>Hospitals &amp; </a:t>
          </a:r>
        </a:p>
        <a:p>
          <a:pPr marL="0" lvl="0" indent="0" algn="ctr" defTabSz="488950">
            <a:lnSpc>
              <a:spcPct val="90000"/>
            </a:lnSpc>
            <a:spcBef>
              <a:spcPct val="0"/>
            </a:spcBef>
            <a:spcAft>
              <a:spcPct val="35000"/>
            </a:spcAft>
            <a:buNone/>
          </a:pPr>
          <a:r>
            <a:rPr lang="en-US" sz="1100" b="1" kern="1200" dirty="0">
              <a:solidFill>
                <a:srgbClr val="FF0000"/>
              </a:solidFill>
            </a:rPr>
            <a:t>health care unit</a:t>
          </a:r>
        </a:p>
      </dsp:txBody>
      <dsp:txXfrm>
        <a:off x="4423115" y="2694378"/>
        <a:ext cx="1046364" cy="905226"/>
      </dsp:txXfrm>
    </dsp:sp>
    <dsp:sp modelId="{C5A28C4C-FBE9-4CFB-B276-A2E15FE60FF6}">
      <dsp:nvSpPr>
        <dsp:cNvPr id="0" name=""/>
        <dsp:cNvSpPr/>
      </dsp:nvSpPr>
      <dsp:spPr>
        <a:xfrm>
          <a:off x="2555989" y="3319094"/>
          <a:ext cx="720579" cy="62087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A774C4-77B9-46FE-B0C8-5B95E280E5CC}">
      <dsp:nvSpPr>
        <dsp:cNvPr id="0" name=""/>
        <dsp:cNvSpPr/>
      </dsp:nvSpPr>
      <dsp:spPr>
        <a:xfrm>
          <a:off x="2728360" y="3303724"/>
          <a:ext cx="1565106" cy="1354000"/>
        </a:xfrm>
        <a:prstGeom prst="hexagon">
          <a:avLst>
            <a:gd name="adj" fmla="val 28570"/>
            <a:gd name="vf" fmla="val 1154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solidFill>
                <a:srgbClr val="FF0000"/>
              </a:solidFill>
            </a:rPr>
            <a:t>Space and </a:t>
          </a:r>
          <a:r>
            <a:rPr lang="en-US" sz="1100" kern="1200" dirty="0" err="1">
              <a:solidFill>
                <a:srgbClr val="FF0000"/>
              </a:solidFill>
            </a:rPr>
            <a:t>Defence</a:t>
          </a:r>
          <a:r>
            <a:rPr lang="en-US" sz="1100" kern="1200" dirty="0">
              <a:solidFill>
                <a:srgbClr val="FF0000"/>
              </a:solidFill>
            </a:rPr>
            <a:t> units</a:t>
          </a:r>
        </a:p>
      </dsp:txBody>
      <dsp:txXfrm>
        <a:off x="2987731" y="3528111"/>
        <a:ext cx="1046364" cy="905226"/>
      </dsp:txXfrm>
    </dsp:sp>
    <dsp:sp modelId="{A3ADA781-65D4-47AF-BE8C-D03687C464FE}">
      <dsp:nvSpPr>
        <dsp:cNvPr id="0" name=""/>
        <dsp:cNvSpPr/>
      </dsp:nvSpPr>
      <dsp:spPr>
        <a:xfrm>
          <a:off x="1701245" y="2158855"/>
          <a:ext cx="720579" cy="620874"/>
        </a:xfrm>
        <a:prstGeom prst="hexagon">
          <a:avLst>
            <a:gd name="adj" fmla="val 28900"/>
            <a:gd name="vf" fmla="val 11547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F10EB58-DE41-45D5-A58E-9440B5B80543}">
      <dsp:nvSpPr>
        <dsp:cNvPr id="0" name=""/>
        <dsp:cNvSpPr/>
      </dsp:nvSpPr>
      <dsp:spPr>
        <a:xfrm>
          <a:off x="1286312" y="2470923"/>
          <a:ext cx="1565106" cy="1354000"/>
        </a:xfrm>
        <a:prstGeom prst="hexagon">
          <a:avLst>
            <a:gd name="adj" fmla="val 28570"/>
            <a:gd name="vf" fmla="val 1154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rgbClr val="FF0000"/>
              </a:solidFill>
            </a:rPr>
            <a:t>Manufacturing Units</a:t>
          </a:r>
        </a:p>
      </dsp:txBody>
      <dsp:txXfrm>
        <a:off x="1545683" y="2695310"/>
        <a:ext cx="1046364" cy="905226"/>
      </dsp:txXfrm>
    </dsp:sp>
    <dsp:sp modelId="{981EEA51-FC14-4F83-8E36-4F453C12855B}">
      <dsp:nvSpPr>
        <dsp:cNvPr id="0" name=""/>
        <dsp:cNvSpPr/>
      </dsp:nvSpPr>
      <dsp:spPr>
        <a:xfrm>
          <a:off x="1286312" y="830938"/>
          <a:ext cx="1565106" cy="1354000"/>
        </a:xfrm>
        <a:prstGeom prst="hexagon">
          <a:avLst>
            <a:gd name="adj" fmla="val 28570"/>
            <a:gd name="vf" fmla="val 11547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b="1" kern="1200" dirty="0">
              <a:solidFill>
                <a:srgbClr val="FF0000"/>
              </a:solidFill>
            </a:rPr>
            <a:t>Banks and Insurance Companies</a:t>
          </a:r>
        </a:p>
      </dsp:txBody>
      <dsp:txXfrm>
        <a:off x="1545683" y="1055325"/>
        <a:ext cx="1046364" cy="9052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112BF2-A566-4FF9-999C-3356EB71F0A1}">
      <dsp:nvSpPr>
        <dsp:cNvPr id="0" name=""/>
        <dsp:cNvSpPr/>
      </dsp:nvSpPr>
      <dsp:spPr>
        <a:xfrm rot="5400000">
          <a:off x="-194841" y="197483"/>
          <a:ext cx="1298944" cy="909261"/>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Industry 1.0</a:t>
          </a:r>
          <a:endParaRPr lang="en-IN" sz="1400" kern="1200" dirty="0"/>
        </a:p>
      </dsp:txBody>
      <dsp:txXfrm rot="-5400000">
        <a:off x="1" y="457273"/>
        <a:ext cx="909261" cy="389683"/>
      </dsp:txXfrm>
    </dsp:sp>
    <dsp:sp modelId="{861923AB-CA6F-46E8-8771-DCE8711A66D5}">
      <dsp:nvSpPr>
        <dsp:cNvPr id="0" name=""/>
        <dsp:cNvSpPr/>
      </dsp:nvSpPr>
      <dsp:spPr>
        <a:xfrm rot="5400000">
          <a:off x="5437464" y="-4525444"/>
          <a:ext cx="844313" cy="9986201"/>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b="0" i="0" kern="1200" dirty="0"/>
            <a:t>Around 1760, the First Industrial Revolution was the transition to new manufacturing processes using water and steam.  </a:t>
          </a:r>
          <a:endParaRPr lang="en-IN" sz="1700" kern="1200" dirty="0"/>
        </a:p>
      </dsp:txBody>
      <dsp:txXfrm rot="-5400000">
        <a:off x="866520" y="86716"/>
        <a:ext cx="9944985" cy="761881"/>
      </dsp:txXfrm>
    </dsp:sp>
    <dsp:sp modelId="{3049B3A9-A3A9-426A-903C-C35DE0F05948}">
      <dsp:nvSpPr>
        <dsp:cNvPr id="0" name=""/>
        <dsp:cNvSpPr/>
      </dsp:nvSpPr>
      <dsp:spPr>
        <a:xfrm rot="5400000">
          <a:off x="-194841" y="1381209"/>
          <a:ext cx="1298944" cy="909261"/>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Industry 2.0</a:t>
          </a:r>
          <a:endParaRPr lang="en-IN" sz="1400" kern="1200" dirty="0"/>
        </a:p>
      </dsp:txBody>
      <dsp:txXfrm rot="-5400000">
        <a:off x="1" y="1640999"/>
        <a:ext cx="909261" cy="389683"/>
      </dsp:txXfrm>
    </dsp:sp>
    <dsp:sp modelId="{BFE2DAAC-5B3C-4EC0-A45D-FC68573CE952}">
      <dsp:nvSpPr>
        <dsp:cNvPr id="0" name=""/>
        <dsp:cNvSpPr/>
      </dsp:nvSpPr>
      <dsp:spPr>
        <a:xfrm rot="5400000">
          <a:off x="5480205" y="-3384575"/>
          <a:ext cx="844313" cy="9986201"/>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kern="1200" dirty="0"/>
            <a:t>Around 1840, </a:t>
          </a:r>
          <a:r>
            <a:rPr lang="en-US" sz="1700" b="0" i="0" kern="1200" dirty="0"/>
            <a:t>new technological systems were introduced, most notably superior electrical technology which allowed for even greater production and more sophisticated machines.</a:t>
          </a:r>
          <a:endParaRPr lang="en-IN" sz="1700" kern="1200" dirty="0"/>
        </a:p>
        <a:p>
          <a:pPr marL="171450" lvl="1" indent="-171450" algn="l" defTabSz="755650">
            <a:lnSpc>
              <a:spcPct val="90000"/>
            </a:lnSpc>
            <a:spcBef>
              <a:spcPct val="0"/>
            </a:spcBef>
            <a:spcAft>
              <a:spcPct val="15000"/>
            </a:spcAft>
            <a:buChar char="•"/>
          </a:pPr>
          <a:endParaRPr lang="en-IN" sz="1700" kern="1200"/>
        </a:p>
      </dsp:txBody>
      <dsp:txXfrm rot="-5400000">
        <a:off x="909261" y="1227585"/>
        <a:ext cx="9944985" cy="761881"/>
      </dsp:txXfrm>
    </dsp:sp>
    <dsp:sp modelId="{9EDEE1CB-B1FE-4E11-9B25-8164DDD9B5F8}">
      <dsp:nvSpPr>
        <dsp:cNvPr id="0" name=""/>
        <dsp:cNvSpPr/>
      </dsp:nvSpPr>
      <dsp:spPr>
        <a:xfrm rot="5400000">
          <a:off x="-194841" y="2564935"/>
          <a:ext cx="1298944" cy="909261"/>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Industry 3.0</a:t>
          </a:r>
        </a:p>
      </dsp:txBody>
      <dsp:txXfrm rot="-5400000">
        <a:off x="1" y="2824725"/>
        <a:ext cx="909261" cy="389683"/>
      </dsp:txXfrm>
    </dsp:sp>
    <dsp:sp modelId="{48C22D36-4F4D-434D-A872-CDF596EA837E}">
      <dsp:nvSpPr>
        <dsp:cNvPr id="0" name=""/>
        <dsp:cNvSpPr/>
      </dsp:nvSpPr>
      <dsp:spPr>
        <a:xfrm rot="5400000">
          <a:off x="5480205" y="-2200849"/>
          <a:ext cx="844313" cy="9986201"/>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b="0" i="0" kern="1200"/>
            <a:t>Around 1970 the Third Industrial Revolution involved the use of electronics and IT (Information Technology) to further automation in production. – Concept of automation entered industry</a:t>
          </a:r>
          <a:endParaRPr lang="en-IN" sz="1700" kern="1200"/>
        </a:p>
      </dsp:txBody>
      <dsp:txXfrm rot="-5400000">
        <a:off x="909261" y="2411311"/>
        <a:ext cx="9944985" cy="761881"/>
      </dsp:txXfrm>
    </dsp:sp>
    <dsp:sp modelId="{9D9CCF76-DCB2-489C-9788-F777FAFF1075}">
      <dsp:nvSpPr>
        <dsp:cNvPr id="0" name=""/>
        <dsp:cNvSpPr/>
      </dsp:nvSpPr>
      <dsp:spPr>
        <a:xfrm rot="5400000">
          <a:off x="-194841" y="3748662"/>
          <a:ext cx="1298944" cy="909261"/>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Industry 4.0</a:t>
          </a:r>
        </a:p>
      </dsp:txBody>
      <dsp:txXfrm rot="-5400000">
        <a:off x="1" y="4008452"/>
        <a:ext cx="909261" cy="389683"/>
      </dsp:txXfrm>
    </dsp:sp>
    <dsp:sp modelId="{EB64F46C-DBDA-47A7-9404-CE1480713049}">
      <dsp:nvSpPr>
        <dsp:cNvPr id="0" name=""/>
        <dsp:cNvSpPr/>
      </dsp:nvSpPr>
      <dsp:spPr>
        <a:xfrm rot="5400000">
          <a:off x="5480205" y="-1017123"/>
          <a:ext cx="844313" cy="9986201"/>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r>
            <a:rPr lang="en-US" sz="1700" b="0" i="0" kern="1200"/>
            <a:t>The Fourth industrial Revolution is the era of smart machines, storage systems and production facilities that can autonomously exchange information, trigger actions and control each other without human intervention.This exchange of information is made possible with the Industrial Internet of things (IIoT) as we know it today.</a:t>
          </a:r>
          <a:endParaRPr lang="en-IN" sz="1700" kern="1200"/>
        </a:p>
      </dsp:txBody>
      <dsp:txXfrm rot="-5400000">
        <a:off x="909261" y="3595037"/>
        <a:ext cx="9944985" cy="761881"/>
      </dsp:txXfrm>
    </dsp:sp>
    <dsp:sp modelId="{BF65131A-9F6B-49EC-87AD-33F17EB353A5}">
      <dsp:nvSpPr>
        <dsp:cNvPr id="0" name=""/>
        <dsp:cNvSpPr/>
      </dsp:nvSpPr>
      <dsp:spPr>
        <a:xfrm rot="5400000">
          <a:off x="-194841" y="4932388"/>
          <a:ext cx="1298944" cy="909261"/>
        </a:xfrm>
        <a:prstGeom prst="chevron">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t>Industry 5.0</a:t>
          </a:r>
        </a:p>
      </dsp:txBody>
      <dsp:txXfrm rot="-5400000">
        <a:off x="1" y="5192178"/>
        <a:ext cx="909261" cy="389683"/>
      </dsp:txXfrm>
    </dsp:sp>
    <dsp:sp modelId="{B5383A9F-9D6F-45B5-8C90-F9004861FB3A}">
      <dsp:nvSpPr>
        <dsp:cNvPr id="0" name=""/>
        <dsp:cNvSpPr/>
      </dsp:nvSpPr>
      <dsp:spPr>
        <a:xfrm rot="5400000">
          <a:off x="5480205" y="166602"/>
          <a:ext cx="844313" cy="9986201"/>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0795" rIns="10795" bIns="10795" numCol="1" spcCol="1270" anchor="ctr" anchorCtr="0">
          <a:noAutofit/>
        </a:bodyPr>
        <a:lstStyle/>
        <a:p>
          <a:pPr marL="171450" lvl="1" indent="-171450" algn="l" defTabSz="755650">
            <a:lnSpc>
              <a:spcPct val="90000"/>
            </a:lnSpc>
            <a:spcBef>
              <a:spcPct val="0"/>
            </a:spcBef>
            <a:spcAft>
              <a:spcPct val="15000"/>
            </a:spcAft>
            <a:buChar char="•"/>
          </a:pPr>
          <a:endParaRPr lang="en-IN" sz="1700" kern="1200" dirty="0"/>
        </a:p>
        <a:p>
          <a:pPr marL="171450" lvl="1" indent="-171450" algn="l" defTabSz="755650">
            <a:lnSpc>
              <a:spcPct val="90000"/>
            </a:lnSpc>
            <a:spcBef>
              <a:spcPct val="0"/>
            </a:spcBef>
            <a:spcAft>
              <a:spcPct val="15000"/>
            </a:spcAft>
            <a:buChar char="•"/>
          </a:pPr>
          <a:r>
            <a:rPr lang="en-US" sz="1700" b="0" i="0" kern="1200"/>
            <a:t>Industry 5.0 is the revolution in which man and machine reconcile and find ways to work together to improve the means and efficiency of production.</a:t>
          </a:r>
          <a:endParaRPr lang="en-US" sz="1700" kern="1200"/>
        </a:p>
      </dsp:txBody>
      <dsp:txXfrm rot="-5400000">
        <a:off x="909261" y="4778762"/>
        <a:ext cx="9944985" cy="76188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08E07F-17BC-44F0-9A22-A12144686791}">
      <dsp:nvSpPr>
        <dsp:cNvPr id="0" name=""/>
        <dsp:cNvSpPr/>
      </dsp:nvSpPr>
      <dsp:spPr>
        <a:xfrm>
          <a:off x="3720" y="2153717"/>
          <a:ext cx="860781" cy="90987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b="1" i="0" kern="1200" dirty="0">
              <a:solidFill>
                <a:srgbClr val="FF0000"/>
              </a:solidFill>
            </a:rPr>
            <a:t>1969:</a:t>
          </a:r>
          <a:r>
            <a:rPr lang="en-IN" sz="800" b="0" i="0" kern="1200" dirty="0">
              <a:solidFill>
                <a:srgbClr val="FF0000"/>
              </a:solidFill>
            </a:rPr>
            <a:t> </a:t>
          </a:r>
          <a:r>
            <a:rPr lang="en-IN" sz="800" b="0" i="0" kern="1200" dirty="0">
              <a:solidFill>
                <a:srgbClr val="FF0000"/>
              </a:solidFill>
              <a:hlinkClick xmlns:r="http://schemas.openxmlformats.org/officeDocument/2006/relationships" r:id="rId1">
                <a:extLst>
                  <a:ext uri="{A12FA001-AC4F-418D-AE19-62706E023703}">
                    <ahyp:hlinkClr xmlns:ahyp="http://schemas.microsoft.com/office/drawing/2018/hyperlinkcolor" val="tx"/>
                  </a:ext>
                </a:extLst>
              </a:hlinkClick>
            </a:rPr>
            <a:t>Arpanet</a:t>
          </a:r>
          <a:endParaRPr lang="en-IN" sz="800" kern="1200" dirty="0">
            <a:solidFill>
              <a:srgbClr val="FF0000"/>
            </a:solidFill>
          </a:endParaRPr>
        </a:p>
      </dsp:txBody>
      <dsp:txXfrm>
        <a:off x="28931" y="2178928"/>
        <a:ext cx="810359" cy="859450"/>
      </dsp:txXfrm>
    </dsp:sp>
    <dsp:sp modelId="{60232077-7B22-4388-BC80-A0526AFB475D}">
      <dsp:nvSpPr>
        <dsp:cNvPr id="0" name=""/>
        <dsp:cNvSpPr/>
      </dsp:nvSpPr>
      <dsp:spPr>
        <a:xfrm>
          <a:off x="950579" y="2501917"/>
          <a:ext cx="182485" cy="2134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950579" y="2544612"/>
        <a:ext cx="127740" cy="128083"/>
      </dsp:txXfrm>
    </dsp:sp>
    <dsp:sp modelId="{D76AEA1C-C1A7-4A2E-B339-C63D0FF5EED1}">
      <dsp:nvSpPr>
        <dsp:cNvPr id="0" name=""/>
        <dsp:cNvSpPr/>
      </dsp:nvSpPr>
      <dsp:spPr>
        <a:xfrm>
          <a:off x="1208814" y="2153717"/>
          <a:ext cx="860781" cy="90987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1" i="0" kern="1200" dirty="0">
              <a:solidFill>
                <a:srgbClr val="FF0000"/>
              </a:solidFill>
            </a:rPr>
            <a:t>1991</a:t>
          </a:r>
          <a:r>
            <a:rPr lang="en-US" sz="800" b="0" i="0" kern="1200" dirty="0">
              <a:solidFill>
                <a:srgbClr val="FF0000"/>
              </a:solidFill>
            </a:rPr>
            <a:t>: The first </a:t>
          </a:r>
          <a:r>
            <a:rPr lang="en-US" sz="800" b="0" i="0" kern="1200" dirty="0">
              <a:solidFill>
                <a:srgbClr val="FF0000"/>
              </a:solidFill>
              <a:hlinkClick xmlns:r="http://schemas.openxmlformats.org/officeDocument/2006/relationships" r:id="rId2">
                <a:extLst>
                  <a:ext uri="{A12FA001-AC4F-418D-AE19-62706E023703}">
                    <ahyp:hlinkClr xmlns:ahyp="http://schemas.microsoft.com/office/drawing/2018/hyperlinkcolor" val="tx"/>
                  </a:ext>
                </a:extLst>
              </a:hlinkClick>
            </a:rPr>
            <a:t>web page</a:t>
          </a:r>
          <a:r>
            <a:rPr lang="en-US" sz="800" b="0" i="0" kern="1200" dirty="0">
              <a:solidFill>
                <a:srgbClr val="FF0000"/>
              </a:solidFill>
            </a:rPr>
            <a:t> was created by Tim Berners-Lee</a:t>
          </a:r>
          <a:endParaRPr lang="en-US" sz="800" kern="1200" dirty="0">
            <a:solidFill>
              <a:srgbClr val="FF0000"/>
            </a:solidFill>
          </a:endParaRPr>
        </a:p>
      </dsp:txBody>
      <dsp:txXfrm>
        <a:off x="1234025" y="2178928"/>
        <a:ext cx="810359" cy="859450"/>
      </dsp:txXfrm>
    </dsp:sp>
    <dsp:sp modelId="{7287E42D-E855-48C0-86AB-0017A59A87C9}">
      <dsp:nvSpPr>
        <dsp:cNvPr id="0" name=""/>
        <dsp:cNvSpPr/>
      </dsp:nvSpPr>
      <dsp:spPr>
        <a:xfrm>
          <a:off x="2155673" y="2501917"/>
          <a:ext cx="182485" cy="2134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2155673" y="2544612"/>
        <a:ext cx="127740" cy="128083"/>
      </dsp:txXfrm>
    </dsp:sp>
    <dsp:sp modelId="{3667DC83-186F-41A6-AF4E-AE2D3602EBAD}">
      <dsp:nvSpPr>
        <dsp:cNvPr id="0" name=""/>
        <dsp:cNvSpPr/>
      </dsp:nvSpPr>
      <dsp:spPr>
        <a:xfrm>
          <a:off x="2413908" y="2153717"/>
          <a:ext cx="860781" cy="90987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b="0" i="0" kern="1200" dirty="0">
              <a:solidFill>
                <a:srgbClr val="FF0000"/>
              </a:solidFill>
            </a:rPr>
            <a:t>Beginnings of </a:t>
          </a:r>
          <a:r>
            <a:rPr lang="en-IN" sz="800" b="0" i="0" kern="1200" dirty="0">
              <a:solidFill>
                <a:srgbClr val="FF0000"/>
              </a:solidFill>
              <a:hlinkClick xmlns:r="http://schemas.openxmlformats.org/officeDocument/2006/relationships" r:id="rId3">
                <a:extLst>
                  <a:ext uri="{A12FA001-AC4F-418D-AE19-62706E023703}">
                    <ahyp:hlinkClr xmlns:ahyp="http://schemas.microsoft.com/office/drawing/2018/hyperlinkcolor" val="tx"/>
                  </a:ext>
                </a:extLst>
              </a:hlinkClick>
            </a:rPr>
            <a:t>TCP/IP</a:t>
          </a:r>
          <a:endParaRPr lang="en-IN" sz="800" kern="1200" dirty="0">
            <a:solidFill>
              <a:srgbClr val="FF0000"/>
            </a:solidFill>
          </a:endParaRPr>
        </a:p>
      </dsp:txBody>
      <dsp:txXfrm>
        <a:off x="2439119" y="2178928"/>
        <a:ext cx="810359" cy="859450"/>
      </dsp:txXfrm>
    </dsp:sp>
    <dsp:sp modelId="{3F86E7B0-51FD-4C5C-824D-CC2E668780C1}">
      <dsp:nvSpPr>
        <dsp:cNvPr id="0" name=""/>
        <dsp:cNvSpPr/>
      </dsp:nvSpPr>
      <dsp:spPr>
        <a:xfrm>
          <a:off x="3360767" y="2501917"/>
          <a:ext cx="182485" cy="2134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3360767" y="2544612"/>
        <a:ext cx="127740" cy="128083"/>
      </dsp:txXfrm>
    </dsp:sp>
    <dsp:sp modelId="{E9AC70F2-8AFB-4193-9C88-8A5BB9DFF9D8}">
      <dsp:nvSpPr>
        <dsp:cNvPr id="0" name=""/>
        <dsp:cNvSpPr/>
      </dsp:nvSpPr>
      <dsp:spPr>
        <a:xfrm>
          <a:off x="3619001" y="2153717"/>
          <a:ext cx="860781" cy="90987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IN" sz="800" b="1" i="0" kern="1200" dirty="0">
              <a:solidFill>
                <a:srgbClr val="FF0000"/>
              </a:solidFill>
            </a:rPr>
            <a:t>1984</a:t>
          </a:r>
          <a:r>
            <a:rPr lang="en-IN" sz="800" b="0" i="0" kern="1200" dirty="0">
              <a:solidFill>
                <a:srgbClr val="FF0000"/>
              </a:solidFill>
            </a:rPr>
            <a:t>: </a:t>
          </a:r>
          <a:r>
            <a:rPr lang="en-IN" sz="800" b="0" i="0" kern="1200" dirty="0">
              <a:solidFill>
                <a:srgbClr val="FF0000"/>
              </a:solidFill>
              <a:hlinkClick xmlns:r="http://schemas.openxmlformats.org/officeDocument/2006/relationships" r:id="rId4">
                <a:extLst>
                  <a:ext uri="{A12FA001-AC4F-418D-AE19-62706E023703}">
                    <ahyp:hlinkClr xmlns:ahyp="http://schemas.microsoft.com/office/drawing/2018/hyperlinkcolor" val="tx"/>
                  </a:ext>
                </a:extLst>
              </a:hlinkClick>
            </a:rPr>
            <a:t>Domain Name System</a:t>
          </a:r>
          <a:r>
            <a:rPr lang="en-IN" sz="800" b="0" i="0" kern="1200" dirty="0">
              <a:solidFill>
                <a:srgbClr val="FF0000"/>
              </a:solidFill>
            </a:rPr>
            <a:t> </a:t>
          </a:r>
          <a:endParaRPr lang="en-IN" sz="800" kern="1200" dirty="0">
            <a:solidFill>
              <a:srgbClr val="FF0000"/>
            </a:solidFill>
          </a:endParaRPr>
        </a:p>
      </dsp:txBody>
      <dsp:txXfrm>
        <a:off x="3644212" y="2178928"/>
        <a:ext cx="810359" cy="859450"/>
      </dsp:txXfrm>
    </dsp:sp>
    <dsp:sp modelId="{C1463CA3-C695-4161-9340-0E1869F07F90}">
      <dsp:nvSpPr>
        <dsp:cNvPr id="0" name=""/>
        <dsp:cNvSpPr/>
      </dsp:nvSpPr>
      <dsp:spPr>
        <a:xfrm>
          <a:off x="4565861" y="2501917"/>
          <a:ext cx="182485" cy="2134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4565861" y="2544612"/>
        <a:ext cx="127740" cy="128083"/>
      </dsp:txXfrm>
    </dsp:sp>
    <dsp:sp modelId="{35D042F1-C763-4326-808A-36A145588E8C}">
      <dsp:nvSpPr>
        <dsp:cNvPr id="0" name=""/>
        <dsp:cNvSpPr/>
      </dsp:nvSpPr>
      <dsp:spPr>
        <a:xfrm>
          <a:off x="4824095" y="2153717"/>
          <a:ext cx="860781" cy="90987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1" i="0" kern="1200" dirty="0">
              <a:solidFill>
                <a:srgbClr val="FF0000"/>
              </a:solidFill>
            </a:rPr>
            <a:t>1989</a:t>
          </a:r>
          <a:r>
            <a:rPr lang="en-US" sz="800" b="0" i="0" kern="1200" dirty="0">
              <a:solidFill>
                <a:srgbClr val="FF0000"/>
              </a:solidFill>
            </a:rPr>
            <a:t>: Tim Berners-Lee proposes the </a:t>
          </a:r>
          <a:r>
            <a:rPr lang="en-US" sz="800" b="0" i="0" kern="1200" dirty="0">
              <a:solidFill>
                <a:srgbClr val="FF0000"/>
              </a:solidFill>
              <a:hlinkClick xmlns:r="http://schemas.openxmlformats.org/officeDocument/2006/relationships" r:id="rId5">
                <a:extLst>
                  <a:ext uri="{A12FA001-AC4F-418D-AE19-62706E023703}">
                    <ahyp:hlinkClr xmlns:ahyp="http://schemas.microsoft.com/office/drawing/2018/hyperlinkcolor" val="tx"/>
                  </a:ext>
                </a:extLst>
              </a:hlinkClick>
            </a:rPr>
            <a:t>World Wide Web</a:t>
          </a:r>
          <a:endParaRPr lang="en-IN" sz="800" kern="1200" dirty="0">
            <a:solidFill>
              <a:srgbClr val="FF0000"/>
            </a:solidFill>
          </a:endParaRPr>
        </a:p>
      </dsp:txBody>
      <dsp:txXfrm>
        <a:off x="4849306" y="2178928"/>
        <a:ext cx="810359" cy="859450"/>
      </dsp:txXfrm>
    </dsp:sp>
    <dsp:sp modelId="{6061A6BA-0C23-45F6-86B6-AF5E2CF96F95}">
      <dsp:nvSpPr>
        <dsp:cNvPr id="0" name=""/>
        <dsp:cNvSpPr/>
      </dsp:nvSpPr>
      <dsp:spPr>
        <a:xfrm>
          <a:off x="5770955" y="2501917"/>
          <a:ext cx="182485" cy="2134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5770955" y="2544612"/>
        <a:ext cx="127740" cy="128083"/>
      </dsp:txXfrm>
    </dsp:sp>
    <dsp:sp modelId="{1EEF4AA0-B509-4E47-A8BD-981582C74D98}">
      <dsp:nvSpPr>
        <dsp:cNvPr id="0" name=""/>
        <dsp:cNvSpPr/>
      </dsp:nvSpPr>
      <dsp:spPr>
        <a:xfrm>
          <a:off x="6029189" y="2153717"/>
          <a:ext cx="860781" cy="90987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1" i="0" kern="1200" dirty="0">
              <a:solidFill>
                <a:srgbClr val="FF0000"/>
              </a:solidFill>
            </a:rPr>
            <a:t>1990</a:t>
          </a:r>
          <a:r>
            <a:rPr lang="en-US" sz="800" b="0" i="0" kern="1200" dirty="0">
              <a:solidFill>
                <a:srgbClr val="FF0000"/>
              </a:solidFill>
            </a:rPr>
            <a:t>: Considered the first IoT device, </a:t>
          </a:r>
          <a:r>
            <a:rPr lang="en-US" sz="800" b="0" i="0" kern="1200" dirty="0">
              <a:solidFill>
                <a:srgbClr val="FF0000"/>
              </a:solidFill>
              <a:hlinkClick xmlns:r="http://schemas.openxmlformats.org/officeDocument/2006/relationships" r:id="rId6">
                <a:extLst>
                  <a:ext uri="{A12FA001-AC4F-418D-AE19-62706E023703}">
                    <ahyp:hlinkClr xmlns:ahyp="http://schemas.microsoft.com/office/drawing/2018/hyperlinkcolor" val="tx"/>
                  </a:ext>
                </a:extLst>
              </a:hlinkClick>
            </a:rPr>
            <a:t>John </a:t>
          </a:r>
          <a:r>
            <a:rPr lang="en-US" sz="800" b="0" i="0" kern="1200" dirty="0" err="1">
              <a:solidFill>
                <a:srgbClr val="FF0000"/>
              </a:solidFill>
              <a:hlinkClick xmlns:r="http://schemas.openxmlformats.org/officeDocument/2006/relationships" r:id="rId6">
                <a:extLst>
                  <a:ext uri="{A12FA001-AC4F-418D-AE19-62706E023703}">
                    <ahyp:hlinkClr xmlns:ahyp="http://schemas.microsoft.com/office/drawing/2018/hyperlinkcolor" val="tx"/>
                  </a:ext>
                </a:extLst>
              </a:hlinkClick>
            </a:rPr>
            <a:t>Romkey</a:t>
          </a:r>
          <a:r>
            <a:rPr lang="en-US" sz="800" b="0" i="0" kern="1200" dirty="0">
              <a:solidFill>
                <a:srgbClr val="FF0000"/>
              </a:solidFill>
            </a:rPr>
            <a:t> created a toaster that could be turned on and off over the Internet</a:t>
          </a:r>
          <a:endParaRPr lang="en-IN" sz="800" kern="1200" dirty="0">
            <a:solidFill>
              <a:srgbClr val="FF0000"/>
            </a:solidFill>
          </a:endParaRPr>
        </a:p>
      </dsp:txBody>
      <dsp:txXfrm>
        <a:off x="6054400" y="2178928"/>
        <a:ext cx="810359" cy="859450"/>
      </dsp:txXfrm>
    </dsp:sp>
    <dsp:sp modelId="{AE9F53EB-4511-43C9-A6C2-CCCE5055C978}">
      <dsp:nvSpPr>
        <dsp:cNvPr id="0" name=""/>
        <dsp:cNvSpPr/>
      </dsp:nvSpPr>
      <dsp:spPr>
        <a:xfrm>
          <a:off x="6976049" y="2501917"/>
          <a:ext cx="182485" cy="2134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6976049" y="2544612"/>
        <a:ext cx="127740" cy="128083"/>
      </dsp:txXfrm>
    </dsp:sp>
    <dsp:sp modelId="{D58723B0-C8A4-41FD-8CB9-0393EB792F8D}">
      <dsp:nvSpPr>
        <dsp:cNvPr id="0" name=""/>
        <dsp:cNvSpPr/>
      </dsp:nvSpPr>
      <dsp:spPr>
        <a:xfrm>
          <a:off x="7234283" y="2153717"/>
          <a:ext cx="860781" cy="90987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0" i="0" kern="1200" dirty="0">
              <a:solidFill>
                <a:srgbClr val="FF0000"/>
              </a:solidFill>
            </a:rPr>
            <a:t>The Internet of Things term is coined by </a:t>
          </a:r>
          <a:r>
            <a:rPr lang="en-US" sz="800" b="0" i="0" kern="1200" dirty="0">
              <a:solidFill>
                <a:srgbClr val="FF0000"/>
              </a:solidFill>
              <a:hlinkClick xmlns:r="http://schemas.openxmlformats.org/officeDocument/2006/relationships" r:id="rId7">
                <a:extLst>
                  <a:ext uri="{A12FA001-AC4F-418D-AE19-62706E023703}">
                    <ahyp:hlinkClr xmlns:ahyp="http://schemas.microsoft.com/office/drawing/2018/hyperlinkcolor" val="tx"/>
                  </a:ext>
                </a:extLst>
              </a:hlinkClick>
            </a:rPr>
            <a:t>Kevin Ashton</a:t>
          </a:r>
          <a:r>
            <a:rPr lang="en-US" sz="800" b="0" i="0" kern="1200" dirty="0">
              <a:solidFill>
                <a:srgbClr val="FF0000"/>
              </a:solidFill>
            </a:rPr>
            <a:t> </a:t>
          </a:r>
          <a:endParaRPr lang="en-IN" sz="800" kern="1200" dirty="0">
            <a:solidFill>
              <a:srgbClr val="FF0000"/>
            </a:solidFill>
          </a:endParaRPr>
        </a:p>
      </dsp:txBody>
      <dsp:txXfrm>
        <a:off x="7259494" y="2178928"/>
        <a:ext cx="810359" cy="859450"/>
      </dsp:txXfrm>
    </dsp:sp>
    <dsp:sp modelId="{2871EF1A-62DD-4D81-A0CF-3F7EE46BB99A}">
      <dsp:nvSpPr>
        <dsp:cNvPr id="0" name=""/>
        <dsp:cNvSpPr/>
      </dsp:nvSpPr>
      <dsp:spPr>
        <a:xfrm>
          <a:off x="8181143" y="2501917"/>
          <a:ext cx="182485" cy="2134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8181143" y="2544612"/>
        <a:ext cx="127740" cy="128083"/>
      </dsp:txXfrm>
    </dsp:sp>
    <dsp:sp modelId="{925C17E4-505C-4FE9-A8BD-B4CC1F01C185}">
      <dsp:nvSpPr>
        <dsp:cNvPr id="0" name=""/>
        <dsp:cNvSpPr/>
      </dsp:nvSpPr>
      <dsp:spPr>
        <a:xfrm>
          <a:off x="8439377" y="2153717"/>
          <a:ext cx="860781" cy="90987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1" i="0" kern="1200" dirty="0">
              <a:solidFill>
                <a:srgbClr val="FF0000"/>
              </a:solidFill>
            </a:rPr>
            <a:t>2000 </a:t>
          </a:r>
          <a:r>
            <a:rPr lang="en-US" sz="800" b="0" i="0" kern="1200" dirty="0">
              <a:solidFill>
                <a:srgbClr val="FF0000"/>
              </a:solidFill>
            </a:rPr>
            <a:t>LG announces it's first </a:t>
          </a:r>
          <a:r>
            <a:rPr lang="en-US" sz="800" b="0" i="0" kern="1200" dirty="0">
              <a:solidFill>
                <a:srgbClr val="FF0000"/>
              </a:solidFill>
              <a:hlinkClick xmlns:r="http://schemas.openxmlformats.org/officeDocument/2006/relationships" r:id="rId8">
                <a:extLst>
                  <a:ext uri="{A12FA001-AC4F-418D-AE19-62706E023703}">
                    <ahyp:hlinkClr xmlns:ahyp="http://schemas.microsoft.com/office/drawing/2018/hyperlinkcolor" val="tx"/>
                  </a:ext>
                </a:extLst>
              </a:hlinkClick>
            </a:rPr>
            <a:t>Internet refrigerator</a:t>
          </a:r>
          <a:r>
            <a:rPr lang="en-US" sz="800" b="0" i="0" kern="1200" dirty="0">
              <a:solidFill>
                <a:srgbClr val="FF0000"/>
              </a:solidFill>
            </a:rPr>
            <a:t> plans</a:t>
          </a:r>
          <a:endParaRPr lang="en-IN" sz="800" kern="1200" dirty="0">
            <a:solidFill>
              <a:srgbClr val="FF0000"/>
            </a:solidFill>
          </a:endParaRPr>
        </a:p>
      </dsp:txBody>
      <dsp:txXfrm>
        <a:off x="8464588" y="2178928"/>
        <a:ext cx="810359" cy="859450"/>
      </dsp:txXfrm>
    </dsp:sp>
    <dsp:sp modelId="{A1227BAC-56E4-45DA-960B-4C472B9BFE62}">
      <dsp:nvSpPr>
        <dsp:cNvPr id="0" name=""/>
        <dsp:cNvSpPr/>
      </dsp:nvSpPr>
      <dsp:spPr>
        <a:xfrm>
          <a:off x="9386237" y="2501917"/>
          <a:ext cx="182485" cy="21347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9386237" y="2544612"/>
        <a:ext cx="127740" cy="128083"/>
      </dsp:txXfrm>
    </dsp:sp>
    <dsp:sp modelId="{EB281EFB-6F43-4C93-B237-FD03BF25E937}">
      <dsp:nvSpPr>
        <dsp:cNvPr id="0" name=""/>
        <dsp:cNvSpPr/>
      </dsp:nvSpPr>
      <dsp:spPr>
        <a:xfrm>
          <a:off x="9644471" y="2153717"/>
          <a:ext cx="860781" cy="909872"/>
        </a:xfrm>
        <a:prstGeom prst="roundRect">
          <a:avLst>
            <a:gd name="adj" fmla="val 10000"/>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355600">
            <a:lnSpc>
              <a:spcPct val="90000"/>
            </a:lnSpc>
            <a:spcBef>
              <a:spcPct val="0"/>
            </a:spcBef>
            <a:spcAft>
              <a:spcPct val="35000"/>
            </a:spcAft>
            <a:buNone/>
          </a:pPr>
          <a:r>
            <a:rPr lang="en-US" sz="800" b="1" i="0" kern="1200" dirty="0">
              <a:solidFill>
                <a:srgbClr val="FF0000"/>
              </a:solidFill>
            </a:rPr>
            <a:t>2009</a:t>
          </a:r>
          <a:r>
            <a:rPr lang="en-US" sz="800" b="0" i="0" kern="1200" dirty="0">
              <a:solidFill>
                <a:srgbClr val="FF0000"/>
              </a:solidFill>
            </a:rPr>
            <a:t>: The Internet of Things was "Born"</a:t>
          </a:r>
          <a:endParaRPr lang="en-IN" sz="800" kern="1200" dirty="0">
            <a:solidFill>
              <a:srgbClr val="FF0000"/>
            </a:solidFill>
          </a:endParaRPr>
        </a:p>
      </dsp:txBody>
      <dsp:txXfrm>
        <a:off x="9669682" y="2178928"/>
        <a:ext cx="810359" cy="8594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87DCD2-1EC9-4D3C-A2C3-154186563318}">
      <dsp:nvSpPr>
        <dsp:cNvPr id="0" name=""/>
        <dsp:cNvSpPr/>
      </dsp:nvSpPr>
      <dsp:spPr>
        <a:xfrm>
          <a:off x="49" y="202676"/>
          <a:ext cx="4727986" cy="7200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kern="1200" dirty="0"/>
            <a:t>Physical Address</a:t>
          </a:r>
          <a:endParaRPr lang="en-IN" sz="2500" kern="1200" dirty="0"/>
        </a:p>
      </dsp:txBody>
      <dsp:txXfrm>
        <a:off x="49" y="202676"/>
        <a:ext cx="4727986" cy="720000"/>
      </dsp:txXfrm>
    </dsp:sp>
    <dsp:sp modelId="{F12F8B68-8CDD-457D-A93C-19842407DD33}">
      <dsp:nvSpPr>
        <dsp:cNvPr id="0" name=""/>
        <dsp:cNvSpPr/>
      </dsp:nvSpPr>
      <dsp:spPr>
        <a:xfrm>
          <a:off x="49" y="922676"/>
          <a:ext cx="4727986" cy="4241882"/>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Every N/w interface will have a physical address. </a:t>
          </a:r>
          <a:endParaRPr lang="en-IN" sz="2500" kern="1200" dirty="0"/>
        </a:p>
        <a:p>
          <a:pPr marL="228600" lvl="1" indent="-228600" algn="l" defTabSz="1111250">
            <a:lnSpc>
              <a:spcPct val="90000"/>
            </a:lnSpc>
            <a:spcBef>
              <a:spcPct val="0"/>
            </a:spcBef>
            <a:spcAft>
              <a:spcPct val="15000"/>
            </a:spcAft>
            <a:buChar char="•"/>
          </a:pPr>
          <a:r>
            <a:rPr lang="en-US" sz="2500" kern="1200" dirty="0"/>
            <a:t>This is hardwired into the hardware at the time of manufacture and does not change with time.</a:t>
          </a:r>
          <a:endParaRPr lang="en-IN" sz="2500" kern="1200" dirty="0"/>
        </a:p>
        <a:p>
          <a:pPr marL="228600" lvl="1" indent="-228600" algn="l" defTabSz="1111250">
            <a:lnSpc>
              <a:spcPct val="90000"/>
            </a:lnSpc>
            <a:spcBef>
              <a:spcPct val="0"/>
            </a:spcBef>
            <a:spcAft>
              <a:spcPct val="15000"/>
            </a:spcAft>
            <a:buChar char="•"/>
          </a:pPr>
          <a:r>
            <a:rPr lang="en-US" sz="2500" kern="1200" dirty="0"/>
            <a:t>This is like the engine/chassis number of an automobile.</a:t>
          </a:r>
          <a:endParaRPr lang="en-IN" sz="2500" kern="1200" dirty="0"/>
        </a:p>
      </dsp:txBody>
      <dsp:txXfrm>
        <a:off x="49" y="922676"/>
        <a:ext cx="4727986" cy="4241882"/>
      </dsp:txXfrm>
    </dsp:sp>
    <dsp:sp modelId="{9440EB93-D0FC-4DDD-BF92-E32D1181401E}">
      <dsp:nvSpPr>
        <dsp:cNvPr id="0" name=""/>
        <dsp:cNvSpPr/>
      </dsp:nvSpPr>
      <dsp:spPr>
        <a:xfrm>
          <a:off x="5389953" y="202676"/>
          <a:ext cx="4727986" cy="720000"/>
        </a:xfrm>
        <a:prstGeom prst="rect">
          <a:avLst/>
        </a:prstGeom>
        <a:solidFill>
          <a:schemeClr val="accent1">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0" tIns="101600" rIns="177800" bIns="101600" numCol="1" spcCol="1270" anchor="ctr" anchorCtr="0">
          <a:noAutofit/>
        </a:bodyPr>
        <a:lstStyle/>
        <a:p>
          <a:pPr marL="0" lvl="0" indent="0" algn="ctr" defTabSz="1111250">
            <a:lnSpc>
              <a:spcPct val="90000"/>
            </a:lnSpc>
            <a:spcBef>
              <a:spcPct val="0"/>
            </a:spcBef>
            <a:spcAft>
              <a:spcPct val="35000"/>
            </a:spcAft>
            <a:buNone/>
          </a:pPr>
          <a:r>
            <a:rPr lang="en-US" sz="2500" kern="1200" dirty="0"/>
            <a:t>IP Address</a:t>
          </a:r>
          <a:endParaRPr lang="en-IN" sz="2500" kern="1200" dirty="0"/>
        </a:p>
      </dsp:txBody>
      <dsp:txXfrm>
        <a:off x="5389953" y="202676"/>
        <a:ext cx="4727986" cy="720000"/>
      </dsp:txXfrm>
    </dsp:sp>
    <dsp:sp modelId="{49331A8F-6393-44AC-BC00-CBC394172460}">
      <dsp:nvSpPr>
        <dsp:cNvPr id="0" name=""/>
        <dsp:cNvSpPr/>
      </dsp:nvSpPr>
      <dsp:spPr>
        <a:xfrm>
          <a:off x="5389953" y="922676"/>
          <a:ext cx="4727986" cy="4241882"/>
        </a:xfrm>
        <a:prstGeom prst="rect">
          <a:avLst/>
        </a:prstGeom>
        <a:solidFill>
          <a:schemeClr val="accent1">
            <a:alpha val="90000"/>
            <a:tint val="40000"/>
            <a:hueOff val="0"/>
            <a:satOff val="0"/>
            <a:lumOff val="0"/>
            <a:alphaOff val="0"/>
          </a:schemeClr>
        </a:solidFill>
        <a:ln w="15875"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33350" tIns="133350" rIns="177800" bIns="200025" numCol="1" spcCol="1270" anchor="t" anchorCtr="0">
          <a:noAutofit/>
        </a:bodyPr>
        <a:lstStyle/>
        <a:p>
          <a:pPr marL="228600" lvl="1" indent="-228600" algn="l" defTabSz="1111250">
            <a:lnSpc>
              <a:spcPct val="90000"/>
            </a:lnSpc>
            <a:spcBef>
              <a:spcPct val="0"/>
            </a:spcBef>
            <a:spcAft>
              <a:spcPct val="15000"/>
            </a:spcAft>
            <a:buChar char="•"/>
          </a:pPr>
          <a:r>
            <a:rPr lang="en-US" sz="2500" kern="1200" dirty="0"/>
            <a:t>IP Address is a number which is 32 bit wide. </a:t>
          </a:r>
          <a:endParaRPr lang="en-IN" sz="2500" kern="1200" dirty="0"/>
        </a:p>
        <a:p>
          <a:pPr marL="228600" lvl="1" indent="-228600" algn="l" defTabSz="1111250">
            <a:lnSpc>
              <a:spcPct val="90000"/>
            </a:lnSpc>
            <a:spcBef>
              <a:spcPct val="0"/>
            </a:spcBef>
            <a:spcAft>
              <a:spcPct val="15000"/>
            </a:spcAft>
            <a:buChar char="•"/>
          </a:pPr>
          <a:r>
            <a:rPr lang="en-US" sz="2500" kern="1200" dirty="0"/>
            <a:t>This is assigned by network administrative system and it can change with time or when the computer moves from one network to another.</a:t>
          </a:r>
          <a:endParaRPr lang="en-IN" sz="2500" kern="1200" dirty="0"/>
        </a:p>
        <a:p>
          <a:pPr marL="228600" lvl="1" indent="-228600" algn="l" defTabSz="1111250">
            <a:lnSpc>
              <a:spcPct val="90000"/>
            </a:lnSpc>
            <a:spcBef>
              <a:spcPct val="0"/>
            </a:spcBef>
            <a:spcAft>
              <a:spcPct val="15000"/>
            </a:spcAft>
            <a:buChar char="•"/>
          </a:pPr>
          <a:r>
            <a:rPr lang="en-US" sz="2500" kern="1200" dirty="0"/>
            <a:t>This is very similar to the License plate (Registration number of  an automobile). Changes every 15 years or when shift from one state to another.</a:t>
          </a:r>
          <a:endParaRPr lang="en-IN" sz="2500" kern="1200" dirty="0"/>
        </a:p>
      </dsp:txBody>
      <dsp:txXfrm>
        <a:off x="5389953" y="922676"/>
        <a:ext cx="4727986" cy="424188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57C376-CE08-4E09-86D9-3F6421BEEB25}">
      <dsp:nvSpPr>
        <dsp:cNvPr id="0" name=""/>
        <dsp:cNvSpPr/>
      </dsp:nvSpPr>
      <dsp:spPr>
        <a:xfrm>
          <a:off x="3844842" y="733675"/>
          <a:ext cx="240409" cy="785404"/>
        </a:xfrm>
        <a:custGeom>
          <a:avLst/>
          <a:gdLst/>
          <a:ahLst/>
          <a:cxnLst/>
          <a:rect l="0" t="0" r="0" b="0"/>
          <a:pathLst>
            <a:path>
              <a:moveTo>
                <a:pt x="0" y="0"/>
              </a:moveTo>
              <a:lnTo>
                <a:pt x="0" y="785404"/>
              </a:lnTo>
              <a:lnTo>
                <a:pt x="240409" y="785404"/>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90B89821-A02D-4963-8B86-1C8752CB83C2}">
      <dsp:nvSpPr>
        <dsp:cNvPr id="0" name=""/>
        <dsp:cNvSpPr/>
      </dsp:nvSpPr>
      <dsp:spPr>
        <a:xfrm>
          <a:off x="3604432" y="733675"/>
          <a:ext cx="240409" cy="785404"/>
        </a:xfrm>
        <a:custGeom>
          <a:avLst/>
          <a:gdLst/>
          <a:ahLst/>
          <a:cxnLst/>
          <a:rect l="0" t="0" r="0" b="0"/>
          <a:pathLst>
            <a:path>
              <a:moveTo>
                <a:pt x="240409" y="0"/>
              </a:moveTo>
              <a:lnTo>
                <a:pt x="240409" y="785404"/>
              </a:lnTo>
              <a:lnTo>
                <a:pt x="0" y="785404"/>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2B85F9C-161F-476C-BD3D-2E331993D6E9}">
      <dsp:nvSpPr>
        <dsp:cNvPr id="0" name=""/>
        <dsp:cNvSpPr/>
      </dsp:nvSpPr>
      <dsp:spPr>
        <a:xfrm>
          <a:off x="3844842" y="733675"/>
          <a:ext cx="1888290" cy="1570809"/>
        </a:xfrm>
        <a:custGeom>
          <a:avLst/>
          <a:gdLst/>
          <a:ahLst/>
          <a:cxnLst/>
          <a:rect l="0" t="0" r="0" b="0"/>
          <a:pathLst>
            <a:path>
              <a:moveTo>
                <a:pt x="0" y="0"/>
              </a:moveTo>
              <a:lnTo>
                <a:pt x="0" y="1400773"/>
              </a:lnTo>
              <a:lnTo>
                <a:pt x="1888290" y="1400773"/>
              </a:lnTo>
              <a:lnTo>
                <a:pt x="1888290" y="1570809"/>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2E5DCBF-1A60-4F9F-8F86-CA14E6AD0242}">
      <dsp:nvSpPr>
        <dsp:cNvPr id="0" name=""/>
        <dsp:cNvSpPr/>
      </dsp:nvSpPr>
      <dsp:spPr>
        <a:xfrm>
          <a:off x="5733132" y="4182979"/>
          <a:ext cx="1888290" cy="421041"/>
        </a:xfrm>
        <a:custGeom>
          <a:avLst/>
          <a:gdLst/>
          <a:ahLst/>
          <a:cxnLst/>
          <a:rect l="0" t="0" r="0" b="0"/>
          <a:pathLst>
            <a:path>
              <a:moveTo>
                <a:pt x="0" y="0"/>
              </a:moveTo>
              <a:lnTo>
                <a:pt x="0" y="251005"/>
              </a:lnTo>
              <a:lnTo>
                <a:pt x="1888290" y="251005"/>
              </a:lnTo>
              <a:lnTo>
                <a:pt x="1888290" y="421041"/>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150066F-4DF7-4F2D-A4BD-4C433705593F}">
      <dsp:nvSpPr>
        <dsp:cNvPr id="0" name=""/>
        <dsp:cNvSpPr/>
      </dsp:nvSpPr>
      <dsp:spPr>
        <a:xfrm>
          <a:off x="5687412" y="4182979"/>
          <a:ext cx="91440" cy="421041"/>
        </a:xfrm>
        <a:custGeom>
          <a:avLst/>
          <a:gdLst/>
          <a:ahLst/>
          <a:cxnLst/>
          <a:rect l="0" t="0" r="0" b="0"/>
          <a:pathLst>
            <a:path>
              <a:moveTo>
                <a:pt x="45720" y="0"/>
              </a:moveTo>
              <a:lnTo>
                <a:pt x="45720" y="421041"/>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75A38D0-CFB6-4F64-833B-265C943B4D12}">
      <dsp:nvSpPr>
        <dsp:cNvPr id="0" name=""/>
        <dsp:cNvSpPr/>
      </dsp:nvSpPr>
      <dsp:spPr>
        <a:xfrm>
          <a:off x="3844842" y="4182979"/>
          <a:ext cx="1888290" cy="421041"/>
        </a:xfrm>
        <a:custGeom>
          <a:avLst/>
          <a:gdLst/>
          <a:ahLst/>
          <a:cxnLst/>
          <a:rect l="0" t="0" r="0" b="0"/>
          <a:pathLst>
            <a:path>
              <a:moveTo>
                <a:pt x="1888290" y="0"/>
              </a:moveTo>
              <a:lnTo>
                <a:pt x="1888290" y="251005"/>
              </a:lnTo>
              <a:lnTo>
                <a:pt x="0" y="251005"/>
              </a:lnTo>
              <a:lnTo>
                <a:pt x="0" y="421041"/>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5417F1-9AE1-4DC6-AAB5-DF92A379E123}">
      <dsp:nvSpPr>
        <dsp:cNvPr id="0" name=""/>
        <dsp:cNvSpPr/>
      </dsp:nvSpPr>
      <dsp:spPr>
        <a:xfrm>
          <a:off x="3844842" y="3033211"/>
          <a:ext cx="1888290" cy="421041"/>
        </a:xfrm>
        <a:custGeom>
          <a:avLst/>
          <a:gdLst/>
          <a:ahLst/>
          <a:cxnLst/>
          <a:rect l="0" t="0" r="0" b="0"/>
          <a:pathLst>
            <a:path>
              <a:moveTo>
                <a:pt x="0" y="0"/>
              </a:moveTo>
              <a:lnTo>
                <a:pt x="0" y="251005"/>
              </a:lnTo>
              <a:lnTo>
                <a:pt x="1888290" y="251005"/>
              </a:lnTo>
              <a:lnTo>
                <a:pt x="1888290" y="421041"/>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731FF10-C618-4958-996B-7B29464A5F2D}">
      <dsp:nvSpPr>
        <dsp:cNvPr id="0" name=""/>
        <dsp:cNvSpPr/>
      </dsp:nvSpPr>
      <dsp:spPr>
        <a:xfrm>
          <a:off x="3799122" y="3033211"/>
          <a:ext cx="91440" cy="421041"/>
        </a:xfrm>
        <a:custGeom>
          <a:avLst/>
          <a:gdLst/>
          <a:ahLst/>
          <a:cxnLst/>
          <a:rect l="0" t="0" r="0" b="0"/>
          <a:pathLst>
            <a:path>
              <a:moveTo>
                <a:pt x="45720" y="0"/>
              </a:moveTo>
              <a:lnTo>
                <a:pt x="45720" y="421041"/>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02A142-778C-4A22-91BE-38877A9EC083}">
      <dsp:nvSpPr>
        <dsp:cNvPr id="0" name=""/>
        <dsp:cNvSpPr/>
      </dsp:nvSpPr>
      <dsp:spPr>
        <a:xfrm>
          <a:off x="1956551" y="3033211"/>
          <a:ext cx="1888290" cy="421041"/>
        </a:xfrm>
        <a:custGeom>
          <a:avLst/>
          <a:gdLst/>
          <a:ahLst/>
          <a:cxnLst/>
          <a:rect l="0" t="0" r="0" b="0"/>
          <a:pathLst>
            <a:path>
              <a:moveTo>
                <a:pt x="1888290" y="0"/>
              </a:moveTo>
              <a:lnTo>
                <a:pt x="1888290" y="251005"/>
              </a:lnTo>
              <a:lnTo>
                <a:pt x="0" y="251005"/>
              </a:lnTo>
              <a:lnTo>
                <a:pt x="0" y="421041"/>
              </a:lnTo>
            </a:path>
          </a:pathLst>
        </a:custGeom>
        <a:noFill/>
        <a:ln w="15875"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0C2D2929-747D-41FB-9EE5-5508CA608466}">
      <dsp:nvSpPr>
        <dsp:cNvPr id="0" name=""/>
        <dsp:cNvSpPr/>
      </dsp:nvSpPr>
      <dsp:spPr>
        <a:xfrm>
          <a:off x="3799122" y="733675"/>
          <a:ext cx="91440" cy="1570809"/>
        </a:xfrm>
        <a:custGeom>
          <a:avLst/>
          <a:gdLst/>
          <a:ahLst/>
          <a:cxnLst/>
          <a:rect l="0" t="0" r="0" b="0"/>
          <a:pathLst>
            <a:path>
              <a:moveTo>
                <a:pt x="45720" y="0"/>
              </a:moveTo>
              <a:lnTo>
                <a:pt x="45720" y="1570809"/>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43ACAF0-1761-4CF9-9B17-656902F84813}">
      <dsp:nvSpPr>
        <dsp:cNvPr id="0" name=""/>
        <dsp:cNvSpPr/>
      </dsp:nvSpPr>
      <dsp:spPr>
        <a:xfrm>
          <a:off x="1956551" y="733675"/>
          <a:ext cx="1888290" cy="1570809"/>
        </a:xfrm>
        <a:custGeom>
          <a:avLst/>
          <a:gdLst/>
          <a:ahLst/>
          <a:cxnLst/>
          <a:rect l="0" t="0" r="0" b="0"/>
          <a:pathLst>
            <a:path>
              <a:moveTo>
                <a:pt x="1888290" y="0"/>
              </a:moveTo>
              <a:lnTo>
                <a:pt x="1888290" y="1400773"/>
              </a:lnTo>
              <a:lnTo>
                <a:pt x="0" y="1400773"/>
              </a:lnTo>
              <a:lnTo>
                <a:pt x="0" y="1570809"/>
              </a:lnTo>
            </a:path>
          </a:pathLst>
        </a:custGeom>
        <a:noFill/>
        <a:ln w="15875"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EF0DA07-B3A9-4719-BA25-FE5360CB2CF0}">
      <dsp:nvSpPr>
        <dsp:cNvPr id="0" name=""/>
        <dsp:cNvSpPr/>
      </dsp:nvSpPr>
      <dsp:spPr>
        <a:xfrm>
          <a:off x="3141106" y="4949"/>
          <a:ext cx="1407471" cy="72872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02831" numCol="1" spcCol="1270" anchor="ctr" anchorCtr="0">
          <a:noAutofit/>
        </a:bodyPr>
        <a:lstStyle/>
        <a:p>
          <a:pPr marL="0" lvl="0" indent="0" algn="ctr" defTabSz="1066800">
            <a:lnSpc>
              <a:spcPct val="90000"/>
            </a:lnSpc>
            <a:spcBef>
              <a:spcPct val="0"/>
            </a:spcBef>
            <a:spcAft>
              <a:spcPct val="35000"/>
            </a:spcAft>
            <a:buNone/>
          </a:pPr>
          <a:r>
            <a:rPr lang="en-US" sz="2400" kern="1200" dirty="0"/>
            <a:t>Country level PO</a:t>
          </a:r>
          <a:endParaRPr lang="en-IN" sz="2400" kern="1200" dirty="0"/>
        </a:p>
      </dsp:txBody>
      <dsp:txXfrm>
        <a:off x="3141106" y="4949"/>
        <a:ext cx="1407471" cy="728726"/>
      </dsp:txXfrm>
    </dsp:sp>
    <dsp:sp modelId="{31E4EDD4-6190-48E9-8E4B-16E3644B0157}">
      <dsp:nvSpPr>
        <dsp:cNvPr id="0" name=""/>
        <dsp:cNvSpPr/>
      </dsp:nvSpPr>
      <dsp:spPr>
        <a:xfrm>
          <a:off x="3422600" y="571736"/>
          <a:ext cx="1266724" cy="242908"/>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endParaRPr lang="en-IN" sz="1700" kern="1200"/>
        </a:p>
      </dsp:txBody>
      <dsp:txXfrm>
        <a:off x="3422600" y="571736"/>
        <a:ext cx="1266724" cy="242908"/>
      </dsp:txXfrm>
    </dsp:sp>
    <dsp:sp modelId="{A17862AF-41E3-40FF-B7EC-80FEA3E53764}">
      <dsp:nvSpPr>
        <dsp:cNvPr id="0" name=""/>
        <dsp:cNvSpPr/>
      </dsp:nvSpPr>
      <dsp:spPr>
        <a:xfrm>
          <a:off x="1252816" y="2304485"/>
          <a:ext cx="1407471" cy="72872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02831" numCol="1" spcCol="1270" anchor="ctr" anchorCtr="0">
          <a:noAutofit/>
        </a:bodyPr>
        <a:lstStyle/>
        <a:p>
          <a:pPr marL="0" lvl="0" indent="0" algn="ctr" defTabSz="1066800">
            <a:lnSpc>
              <a:spcPct val="90000"/>
            </a:lnSpc>
            <a:spcBef>
              <a:spcPct val="0"/>
            </a:spcBef>
            <a:spcAft>
              <a:spcPct val="35000"/>
            </a:spcAft>
            <a:buFont typeface="Arial" panose="020B0604020202020204" pitchFamily="34" charset="0"/>
            <a:buNone/>
          </a:pPr>
          <a:r>
            <a:rPr lang="en-US" sz="2400" kern="1200" dirty="0"/>
            <a:t>District PO</a:t>
          </a:r>
          <a:endParaRPr lang="en-IN" sz="2400" kern="1200" dirty="0"/>
        </a:p>
      </dsp:txBody>
      <dsp:txXfrm>
        <a:off x="1252816" y="2304485"/>
        <a:ext cx="1407471" cy="728726"/>
      </dsp:txXfrm>
    </dsp:sp>
    <dsp:sp modelId="{B6585C7C-D05A-48E2-86D0-4DD1AD3A815F}">
      <dsp:nvSpPr>
        <dsp:cNvPr id="0" name=""/>
        <dsp:cNvSpPr/>
      </dsp:nvSpPr>
      <dsp:spPr>
        <a:xfrm>
          <a:off x="1534310" y="2871272"/>
          <a:ext cx="1266724" cy="242908"/>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endParaRPr lang="en-IN" sz="1700" kern="1200"/>
        </a:p>
      </dsp:txBody>
      <dsp:txXfrm>
        <a:off x="1534310" y="2871272"/>
        <a:ext cx="1266724" cy="242908"/>
      </dsp:txXfrm>
    </dsp:sp>
    <dsp:sp modelId="{303CA0B4-537B-4B3E-84B0-E817DBD3A2D6}">
      <dsp:nvSpPr>
        <dsp:cNvPr id="0" name=""/>
        <dsp:cNvSpPr/>
      </dsp:nvSpPr>
      <dsp:spPr>
        <a:xfrm>
          <a:off x="3141106" y="2304485"/>
          <a:ext cx="1407471" cy="72872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02831" numCol="1" spcCol="1270" anchor="ctr" anchorCtr="0">
          <a:noAutofit/>
        </a:bodyPr>
        <a:lstStyle/>
        <a:p>
          <a:pPr marL="0" lvl="0" indent="0" algn="ctr" defTabSz="1066800">
            <a:lnSpc>
              <a:spcPct val="90000"/>
            </a:lnSpc>
            <a:spcBef>
              <a:spcPct val="0"/>
            </a:spcBef>
            <a:spcAft>
              <a:spcPct val="35000"/>
            </a:spcAft>
            <a:buNone/>
          </a:pPr>
          <a:r>
            <a:rPr lang="en-US" sz="2400" kern="1200" dirty="0"/>
            <a:t>District PO</a:t>
          </a:r>
          <a:endParaRPr lang="en-IN" sz="2400" kern="1200" dirty="0"/>
        </a:p>
      </dsp:txBody>
      <dsp:txXfrm>
        <a:off x="3141106" y="2304485"/>
        <a:ext cx="1407471" cy="728726"/>
      </dsp:txXfrm>
    </dsp:sp>
    <dsp:sp modelId="{2C00CA16-0657-4AA9-A539-C233C0ABDEDB}">
      <dsp:nvSpPr>
        <dsp:cNvPr id="0" name=""/>
        <dsp:cNvSpPr/>
      </dsp:nvSpPr>
      <dsp:spPr>
        <a:xfrm>
          <a:off x="3422600" y="2871272"/>
          <a:ext cx="1266724" cy="242908"/>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endParaRPr lang="en-IN" sz="1700" kern="1200"/>
        </a:p>
      </dsp:txBody>
      <dsp:txXfrm>
        <a:off x="3422600" y="2871272"/>
        <a:ext cx="1266724" cy="242908"/>
      </dsp:txXfrm>
    </dsp:sp>
    <dsp:sp modelId="{CD391B19-6B7E-4D0F-BC92-8888E90412C5}">
      <dsp:nvSpPr>
        <dsp:cNvPr id="0" name=""/>
        <dsp:cNvSpPr/>
      </dsp:nvSpPr>
      <dsp:spPr>
        <a:xfrm>
          <a:off x="1252816" y="3454253"/>
          <a:ext cx="1407471" cy="72872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02831" numCol="1" spcCol="1270" anchor="ctr" anchorCtr="0">
          <a:noAutofit/>
        </a:bodyPr>
        <a:lstStyle/>
        <a:p>
          <a:pPr marL="0" lvl="0" indent="0" algn="ctr" defTabSz="1066800">
            <a:lnSpc>
              <a:spcPct val="90000"/>
            </a:lnSpc>
            <a:spcBef>
              <a:spcPct val="0"/>
            </a:spcBef>
            <a:spcAft>
              <a:spcPct val="35000"/>
            </a:spcAft>
            <a:buNone/>
          </a:pPr>
          <a:r>
            <a:rPr lang="en-US" sz="2400" kern="1200" dirty="0"/>
            <a:t>Area level PO</a:t>
          </a:r>
          <a:endParaRPr lang="en-IN" sz="2400" kern="1200" dirty="0"/>
        </a:p>
      </dsp:txBody>
      <dsp:txXfrm>
        <a:off x="1252816" y="3454253"/>
        <a:ext cx="1407471" cy="728726"/>
      </dsp:txXfrm>
    </dsp:sp>
    <dsp:sp modelId="{BB0A0857-F759-4F62-B2CB-56D6629C3C21}">
      <dsp:nvSpPr>
        <dsp:cNvPr id="0" name=""/>
        <dsp:cNvSpPr/>
      </dsp:nvSpPr>
      <dsp:spPr>
        <a:xfrm>
          <a:off x="1534310" y="4021040"/>
          <a:ext cx="1266724" cy="242908"/>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endParaRPr lang="en-IN" sz="1700" kern="1200"/>
        </a:p>
      </dsp:txBody>
      <dsp:txXfrm>
        <a:off x="1534310" y="4021040"/>
        <a:ext cx="1266724" cy="242908"/>
      </dsp:txXfrm>
    </dsp:sp>
    <dsp:sp modelId="{44F814E9-54E7-4B89-A814-9B9E93ED174C}">
      <dsp:nvSpPr>
        <dsp:cNvPr id="0" name=""/>
        <dsp:cNvSpPr/>
      </dsp:nvSpPr>
      <dsp:spPr>
        <a:xfrm>
          <a:off x="3141106" y="3454253"/>
          <a:ext cx="1407471" cy="72872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02831" numCol="1" spcCol="1270" anchor="ctr" anchorCtr="0">
          <a:noAutofit/>
        </a:bodyPr>
        <a:lstStyle/>
        <a:p>
          <a:pPr marL="0" lvl="0" indent="0" algn="ctr" defTabSz="1066800">
            <a:lnSpc>
              <a:spcPct val="90000"/>
            </a:lnSpc>
            <a:spcBef>
              <a:spcPct val="0"/>
            </a:spcBef>
            <a:spcAft>
              <a:spcPct val="35000"/>
            </a:spcAft>
            <a:buNone/>
          </a:pPr>
          <a:r>
            <a:rPr lang="en-US" sz="2400" kern="1200" dirty="0"/>
            <a:t>Area level PO</a:t>
          </a:r>
          <a:endParaRPr lang="en-IN" sz="2400" kern="1200" dirty="0"/>
        </a:p>
      </dsp:txBody>
      <dsp:txXfrm>
        <a:off x="3141106" y="3454253"/>
        <a:ext cx="1407471" cy="728726"/>
      </dsp:txXfrm>
    </dsp:sp>
    <dsp:sp modelId="{05321BE9-021E-43F4-8FD1-B0275B5CEDA8}">
      <dsp:nvSpPr>
        <dsp:cNvPr id="0" name=""/>
        <dsp:cNvSpPr/>
      </dsp:nvSpPr>
      <dsp:spPr>
        <a:xfrm>
          <a:off x="3422600" y="4021040"/>
          <a:ext cx="1266724" cy="242908"/>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endParaRPr lang="en-IN" sz="1700" kern="1200"/>
        </a:p>
      </dsp:txBody>
      <dsp:txXfrm>
        <a:off x="3422600" y="4021040"/>
        <a:ext cx="1266724" cy="242908"/>
      </dsp:txXfrm>
    </dsp:sp>
    <dsp:sp modelId="{834C088E-186E-426E-99D9-8D24514EDCA9}">
      <dsp:nvSpPr>
        <dsp:cNvPr id="0" name=""/>
        <dsp:cNvSpPr/>
      </dsp:nvSpPr>
      <dsp:spPr>
        <a:xfrm>
          <a:off x="5029397" y="3454253"/>
          <a:ext cx="1407471" cy="72872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02831" numCol="1" spcCol="1270" anchor="ctr" anchorCtr="0">
          <a:noAutofit/>
        </a:bodyPr>
        <a:lstStyle/>
        <a:p>
          <a:pPr marL="0" lvl="0" indent="0" algn="ctr" defTabSz="1066800">
            <a:lnSpc>
              <a:spcPct val="90000"/>
            </a:lnSpc>
            <a:spcBef>
              <a:spcPct val="0"/>
            </a:spcBef>
            <a:spcAft>
              <a:spcPct val="35000"/>
            </a:spcAft>
            <a:buNone/>
          </a:pPr>
          <a:r>
            <a:rPr lang="en-US" sz="2400" kern="1200" dirty="0"/>
            <a:t>Area level PO</a:t>
          </a:r>
          <a:endParaRPr lang="en-IN" sz="2400" kern="1200" dirty="0"/>
        </a:p>
      </dsp:txBody>
      <dsp:txXfrm>
        <a:off x="5029397" y="3454253"/>
        <a:ext cx="1407471" cy="728726"/>
      </dsp:txXfrm>
    </dsp:sp>
    <dsp:sp modelId="{E93F80F9-E00C-4379-87EF-621AB8762A84}">
      <dsp:nvSpPr>
        <dsp:cNvPr id="0" name=""/>
        <dsp:cNvSpPr/>
      </dsp:nvSpPr>
      <dsp:spPr>
        <a:xfrm>
          <a:off x="5310891" y="4021040"/>
          <a:ext cx="1266724" cy="242908"/>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endParaRPr lang="en-IN" sz="1700" kern="1200"/>
        </a:p>
      </dsp:txBody>
      <dsp:txXfrm>
        <a:off x="5310891" y="4021040"/>
        <a:ext cx="1266724" cy="242908"/>
      </dsp:txXfrm>
    </dsp:sp>
    <dsp:sp modelId="{BC74FD37-175F-4FE8-A2A9-CB4AC28EBD0E}">
      <dsp:nvSpPr>
        <dsp:cNvPr id="0" name=""/>
        <dsp:cNvSpPr/>
      </dsp:nvSpPr>
      <dsp:spPr>
        <a:xfrm>
          <a:off x="3141106" y="4604021"/>
          <a:ext cx="1407471" cy="72872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02831" numCol="1" spcCol="1270" anchor="ctr" anchorCtr="0">
          <a:noAutofit/>
        </a:bodyPr>
        <a:lstStyle/>
        <a:p>
          <a:pPr marL="0" lvl="0" indent="0" algn="ctr" defTabSz="1066800">
            <a:lnSpc>
              <a:spcPct val="90000"/>
            </a:lnSpc>
            <a:spcBef>
              <a:spcPct val="0"/>
            </a:spcBef>
            <a:spcAft>
              <a:spcPct val="35000"/>
            </a:spcAft>
            <a:buNone/>
          </a:pPr>
          <a:r>
            <a:rPr lang="en-US" sz="2400" kern="1200" dirty="0"/>
            <a:t>Delivery Boy-1</a:t>
          </a:r>
          <a:endParaRPr lang="en-IN" sz="2400" kern="1200" dirty="0"/>
        </a:p>
      </dsp:txBody>
      <dsp:txXfrm>
        <a:off x="3141106" y="4604021"/>
        <a:ext cx="1407471" cy="728726"/>
      </dsp:txXfrm>
    </dsp:sp>
    <dsp:sp modelId="{0313C76D-2B57-47D5-9AC3-AB25B7C40BA6}">
      <dsp:nvSpPr>
        <dsp:cNvPr id="0" name=""/>
        <dsp:cNvSpPr/>
      </dsp:nvSpPr>
      <dsp:spPr>
        <a:xfrm>
          <a:off x="3422600" y="5170808"/>
          <a:ext cx="1266724" cy="242908"/>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endParaRPr lang="en-IN" sz="1700" kern="1200"/>
        </a:p>
      </dsp:txBody>
      <dsp:txXfrm>
        <a:off x="3422600" y="5170808"/>
        <a:ext cx="1266724" cy="242908"/>
      </dsp:txXfrm>
    </dsp:sp>
    <dsp:sp modelId="{82507576-0106-41AB-A5BF-8850AA678E4D}">
      <dsp:nvSpPr>
        <dsp:cNvPr id="0" name=""/>
        <dsp:cNvSpPr/>
      </dsp:nvSpPr>
      <dsp:spPr>
        <a:xfrm>
          <a:off x="5029397" y="4604021"/>
          <a:ext cx="1407471" cy="72872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02831" numCol="1" spcCol="1270" anchor="ctr" anchorCtr="0">
          <a:noAutofit/>
        </a:bodyPr>
        <a:lstStyle/>
        <a:p>
          <a:pPr marL="0" lvl="0" indent="0" algn="ctr" defTabSz="1066800">
            <a:lnSpc>
              <a:spcPct val="90000"/>
            </a:lnSpc>
            <a:spcBef>
              <a:spcPct val="0"/>
            </a:spcBef>
            <a:spcAft>
              <a:spcPct val="35000"/>
            </a:spcAft>
            <a:buNone/>
          </a:pPr>
          <a:r>
            <a:rPr lang="en-US" sz="2400" kern="1200" dirty="0"/>
            <a:t>Delivery Boy -2</a:t>
          </a:r>
          <a:endParaRPr lang="en-IN" sz="2400" kern="1200" dirty="0"/>
        </a:p>
      </dsp:txBody>
      <dsp:txXfrm>
        <a:off x="5029397" y="4604021"/>
        <a:ext cx="1407471" cy="728726"/>
      </dsp:txXfrm>
    </dsp:sp>
    <dsp:sp modelId="{1C9A5226-4352-43DD-A4AC-F33C0762348C}">
      <dsp:nvSpPr>
        <dsp:cNvPr id="0" name=""/>
        <dsp:cNvSpPr/>
      </dsp:nvSpPr>
      <dsp:spPr>
        <a:xfrm>
          <a:off x="5310891" y="5170808"/>
          <a:ext cx="1266724" cy="242908"/>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endParaRPr lang="en-IN" sz="1700" kern="1200"/>
        </a:p>
      </dsp:txBody>
      <dsp:txXfrm>
        <a:off x="5310891" y="5170808"/>
        <a:ext cx="1266724" cy="242908"/>
      </dsp:txXfrm>
    </dsp:sp>
    <dsp:sp modelId="{3C248589-DFC7-4836-A76F-10BF653D7D9F}">
      <dsp:nvSpPr>
        <dsp:cNvPr id="0" name=""/>
        <dsp:cNvSpPr/>
      </dsp:nvSpPr>
      <dsp:spPr>
        <a:xfrm>
          <a:off x="6917687" y="4604021"/>
          <a:ext cx="1407471" cy="72872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02831" numCol="1" spcCol="1270" anchor="ctr" anchorCtr="0">
          <a:noAutofit/>
        </a:bodyPr>
        <a:lstStyle/>
        <a:p>
          <a:pPr marL="0" lvl="0" indent="0" algn="ctr" defTabSz="1066800">
            <a:lnSpc>
              <a:spcPct val="90000"/>
            </a:lnSpc>
            <a:spcBef>
              <a:spcPct val="0"/>
            </a:spcBef>
            <a:spcAft>
              <a:spcPct val="35000"/>
            </a:spcAft>
            <a:buNone/>
          </a:pPr>
          <a:r>
            <a:rPr lang="en-US" sz="2400" kern="1200" dirty="0"/>
            <a:t>Delivery Boy-3</a:t>
          </a:r>
          <a:endParaRPr lang="en-IN" sz="2400" kern="1200" dirty="0"/>
        </a:p>
      </dsp:txBody>
      <dsp:txXfrm>
        <a:off x="6917687" y="4604021"/>
        <a:ext cx="1407471" cy="728726"/>
      </dsp:txXfrm>
    </dsp:sp>
    <dsp:sp modelId="{F31BCC74-5179-42DC-9E17-3A1C90818154}">
      <dsp:nvSpPr>
        <dsp:cNvPr id="0" name=""/>
        <dsp:cNvSpPr/>
      </dsp:nvSpPr>
      <dsp:spPr>
        <a:xfrm>
          <a:off x="7199181" y="5170808"/>
          <a:ext cx="1266724" cy="242908"/>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endParaRPr lang="en-IN" sz="1700" kern="1200"/>
        </a:p>
      </dsp:txBody>
      <dsp:txXfrm>
        <a:off x="7199181" y="5170808"/>
        <a:ext cx="1266724" cy="242908"/>
      </dsp:txXfrm>
    </dsp:sp>
    <dsp:sp modelId="{5DB7C5E5-2840-465B-86DB-64F324D96A48}">
      <dsp:nvSpPr>
        <dsp:cNvPr id="0" name=""/>
        <dsp:cNvSpPr/>
      </dsp:nvSpPr>
      <dsp:spPr>
        <a:xfrm>
          <a:off x="5029397" y="2304485"/>
          <a:ext cx="1407471" cy="72872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02831" numCol="1" spcCol="1270" anchor="ctr" anchorCtr="0">
          <a:noAutofit/>
        </a:bodyPr>
        <a:lstStyle/>
        <a:p>
          <a:pPr marL="0" lvl="0" indent="0" algn="ctr" defTabSz="1066800">
            <a:lnSpc>
              <a:spcPct val="90000"/>
            </a:lnSpc>
            <a:spcBef>
              <a:spcPct val="0"/>
            </a:spcBef>
            <a:spcAft>
              <a:spcPct val="35000"/>
            </a:spcAft>
            <a:buNone/>
          </a:pPr>
          <a:r>
            <a:rPr lang="en-US" sz="2400" kern="1200" dirty="0"/>
            <a:t>District PO</a:t>
          </a:r>
          <a:endParaRPr lang="en-IN" sz="2400" kern="1200" dirty="0"/>
        </a:p>
      </dsp:txBody>
      <dsp:txXfrm>
        <a:off x="5029397" y="2304485"/>
        <a:ext cx="1407471" cy="728726"/>
      </dsp:txXfrm>
    </dsp:sp>
    <dsp:sp modelId="{50864833-4FBC-4CB2-A7AA-AC2D232B2217}">
      <dsp:nvSpPr>
        <dsp:cNvPr id="0" name=""/>
        <dsp:cNvSpPr/>
      </dsp:nvSpPr>
      <dsp:spPr>
        <a:xfrm>
          <a:off x="5310891" y="2871272"/>
          <a:ext cx="1266724" cy="242908"/>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endParaRPr lang="en-IN" sz="1700" kern="1200"/>
        </a:p>
      </dsp:txBody>
      <dsp:txXfrm>
        <a:off x="5310891" y="2871272"/>
        <a:ext cx="1266724" cy="242908"/>
      </dsp:txXfrm>
    </dsp:sp>
    <dsp:sp modelId="{2CE3C2C6-AF25-4BC1-92FB-7B947DF4D1D5}">
      <dsp:nvSpPr>
        <dsp:cNvPr id="0" name=""/>
        <dsp:cNvSpPr/>
      </dsp:nvSpPr>
      <dsp:spPr>
        <a:xfrm>
          <a:off x="2196961" y="1154717"/>
          <a:ext cx="1407471" cy="72872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02831" numCol="1" spcCol="1270" anchor="ctr" anchorCtr="0">
          <a:noAutofit/>
        </a:bodyPr>
        <a:lstStyle/>
        <a:p>
          <a:pPr marL="0" lvl="0" indent="0" algn="ctr" defTabSz="1066800">
            <a:lnSpc>
              <a:spcPct val="90000"/>
            </a:lnSpc>
            <a:spcBef>
              <a:spcPct val="0"/>
            </a:spcBef>
            <a:spcAft>
              <a:spcPct val="35000"/>
            </a:spcAft>
            <a:buNone/>
          </a:pPr>
          <a:r>
            <a:rPr lang="en-US" sz="2400" kern="1200" dirty="0"/>
            <a:t>State level PO</a:t>
          </a:r>
          <a:endParaRPr lang="en-IN" sz="2400" kern="1200" dirty="0"/>
        </a:p>
      </dsp:txBody>
      <dsp:txXfrm>
        <a:off x="2196961" y="1154717"/>
        <a:ext cx="1407471" cy="728726"/>
      </dsp:txXfrm>
    </dsp:sp>
    <dsp:sp modelId="{D0B78C44-A09E-4793-A006-EEBDFD51BFC5}">
      <dsp:nvSpPr>
        <dsp:cNvPr id="0" name=""/>
        <dsp:cNvSpPr/>
      </dsp:nvSpPr>
      <dsp:spPr>
        <a:xfrm>
          <a:off x="2478455" y="1721504"/>
          <a:ext cx="1266724" cy="242908"/>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endParaRPr lang="en-IN" sz="1700" kern="1200"/>
        </a:p>
      </dsp:txBody>
      <dsp:txXfrm>
        <a:off x="2478455" y="1721504"/>
        <a:ext cx="1266724" cy="242908"/>
      </dsp:txXfrm>
    </dsp:sp>
    <dsp:sp modelId="{E44280ED-7194-4B3C-B014-B8D84CD15536}">
      <dsp:nvSpPr>
        <dsp:cNvPr id="0" name=""/>
        <dsp:cNvSpPr/>
      </dsp:nvSpPr>
      <dsp:spPr>
        <a:xfrm>
          <a:off x="4085251" y="1154717"/>
          <a:ext cx="1407471" cy="728726"/>
        </a:xfrm>
        <a:prstGeom prst="rect">
          <a:avLst/>
        </a:prstGeom>
        <a:solidFill>
          <a:schemeClr val="accent1">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02831" numCol="1" spcCol="1270" anchor="ctr" anchorCtr="0">
          <a:noAutofit/>
        </a:bodyPr>
        <a:lstStyle/>
        <a:p>
          <a:pPr marL="0" lvl="0" indent="0" algn="ctr" defTabSz="1066800">
            <a:lnSpc>
              <a:spcPct val="90000"/>
            </a:lnSpc>
            <a:spcBef>
              <a:spcPct val="0"/>
            </a:spcBef>
            <a:spcAft>
              <a:spcPct val="35000"/>
            </a:spcAft>
            <a:buNone/>
          </a:pPr>
          <a:r>
            <a:rPr lang="en-US" sz="2400" kern="1200" dirty="0"/>
            <a:t>State level PO</a:t>
          </a:r>
          <a:endParaRPr lang="en-IN" sz="2400" kern="1200" dirty="0"/>
        </a:p>
      </dsp:txBody>
      <dsp:txXfrm>
        <a:off x="4085251" y="1154717"/>
        <a:ext cx="1407471" cy="728726"/>
      </dsp:txXfrm>
    </dsp:sp>
    <dsp:sp modelId="{EF222300-1C49-4312-AFE2-B43B45005822}">
      <dsp:nvSpPr>
        <dsp:cNvPr id="0" name=""/>
        <dsp:cNvSpPr/>
      </dsp:nvSpPr>
      <dsp:spPr>
        <a:xfrm>
          <a:off x="4366746" y="1721504"/>
          <a:ext cx="1266724" cy="242908"/>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3180" tIns="10795" rIns="43180" bIns="10795" numCol="1" spcCol="1270" anchor="ctr" anchorCtr="0">
          <a:noAutofit/>
        </a:bodyPr>
        <a:lstStyle/>
        <a:p>
          <a:pPr marL="0" lvl="0" indent="0" algn="r" defTabSz="755650">
            <a:lnSpc>
              <a:spcPct val="90000"/>
            </a:lnSpc>
            <a:spcBef>
              <a:spcPct val="0"/>
            </a:spcBef>
            <a:spcAft>
              <a:spcPct val="35000"/>
            </a:spcAft>
            <a:buNone/>
          </a:pPr>
          <a:endParaRPr lang="en-IN" sz="1700" kern="1200"/>
        </a:p>
      </dsp:txBody>
      <dsp:txXfrm>
        <a:off x="4366746" y="1721504"/>
        <a:ext cx="1266724" cy="242908"/>
      </dsp:txXfrm>
    </dsp:sp>
  </dsp:spTree>
</dsp:drawing>
</file>

<file path=ppt/diagrams/layout1.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NameandTitleOrganizationalChart">
  <dgm:title val=""/>
  <dgm:desc val=""/>
  <dgm:catLst>
    <dgm:cat type="hierarchy" pri="125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fact="0.9"/>
                  <dgm:constr type="l" for="ch" forName="titleText1" refType="w" fact="0.2"/>
                  <dgm:constr type="t" for="ch" forName="titleText1" refType="h" fact="0.7"/>
                  <dgm:constr type="w" for="ch" forName="titleText1" refType="w" fact="0.9"/>
                  <dgm:constr type="h" for="ch" forName="titleText1" refType="h" fact="0.3"/>
                  <dgm:constr type="primFontSz" for="des" forName="titleText1" refType="primFontSz" refFor="des" refForName="rootText1" op="lte"/>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1" styleLbl="fgAcc0">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alg type="conn">
                            <dgm:param type="connRout" val="bend"/>
                            <dgm:param type="dim" val="1D"/>
                            <dgm:param type="endSty" val="noArr"/>
                            <dgm:param type="begPts" val="bCtr"/>
                            <dgm:param type="endPts" val="tCtr"/>
                            <dgm:param type="bendPt" val="end"/>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41" func="var" arg="hierBranch" op="equ" val="hang">
                    <dgm:layoutNode name="Name42">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3">
                    <dgm:layoutNode name="Name44">
                      <dgm:choose name="Name45">
                        <dgm:if name="Name46" axis="self" func="depth" op="lte" val="2">
                          <dgm:choose name="Name47">
                            <dgm:if name="Name48" axis="par ch" ptType="node asst" func="cnt" op="gte" val="1">
                              <dgm:alg type="conn">
                                <dgm:param type="connRout" val="bend"/>
                                <dgm:param type="dim" val="1D"/>
                                <dgm:param type="endSty" val="noArr"/>
                                <dgm:param type="begPts" val="bCtr"/>
                                <dgm:param type="endPts" val="midL midR"/>
                              </dgm:alg>
                            </dgm:if>
                            <dgm:else name="Name49">
                              <dgm:alg type="conn">
                                <dgm:param type="connRout" val="bend"/>
                                <dgm:param type="dim" val="1D"/>
                                <dgm:param type="endSty" val="noArr"/>
                                <dgm:param type="begPts" val="bCtr"/>
                                <dgm:param type="endPts" val="midL midR"/>
                                <dgm:param type="srcNode" val="rootConnector1"/>
                              </dgm:alg>
                            </dgm:else>
                          </dgm:choose>
                        </dgm:if>
                        <dgm:else name="Name50">
                          <dgm:choose name="Name51">
                            <dgm:if name="Name52" axis="par ch" ptType="node asst" func="cnt" op="gte" val="1">
                              <dgm:alg type="conn">
                                <dgm:param type="connRout" val="bend"/>
                                <dgm:param type="dim" val="1D"/>
                                <dgm:param type="endSty" val="noArr"/>
                                <dgm:param type="begPts" val="bCtr"/>
                                <dgm:param type="endPts" val="midL midR"/>
                              </dgm:alg>
                            </dgm:if>
                            <dgm:else name="Name53">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54">
                  <dgm:if name="Name55" func="var" arg="hierBranch" op="equ" val="l">
                    <dgm:choose name="Name56">
                      <dgm:if name="Name57"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58">
                        <dgm:alg type="hierRoot">
                          <dgm:param type="hierAlign" val="tR"/>
                        </dgm:alg>
                        <dgm:shape xmlns:r="http://schemas.openxmlformats.org/officeDocument/2006/relationships" r:blip="">
                          <dgm:adjLst/>
                        </dgm:shape>
                        <dgm:presOf/>
                        <dgm:constrLst>
                          <dgm:constr type="alignOff" val="0.25"/>
                        </dgm:constrLst>
                      </dgm:else>
                    </dgm:choose>
                  </dgm:if>
                  <dgm:if name="Name59" func="var" arg="hierBranch" op="equ" val="r">
                    <dgm:choose name="Name60">
                      <dgm:if name="Name61"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2">
                        <dgm:alg type="hierRoot">
                          <dgm:param type="hierAlign" val="tL"/>
                        </dgm:alg>
                        <dgm:shape xmlns:r="http://schemas.openxmlformats.org/officeDocument/2006/relationships" r:blip="">
                          <dgm:adjLst/>
                        </dgm:shape>
                        <dgm:presOf/>
                        <dgm:constrLst>
                          <dgm:constr type="alignOff" val="0.25"/>
                        </dgm:constrLst>
                      </dgm:else>
                    </dgm:choose>
                  </dgm:if>
                  <dgm:if name="Name63"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64"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65">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66">
                    <dgm:if name="Name67" func="var" arg="hierBranch" op="equ" val="init">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68" func="var" arg="hierBranch" op="equ" val="l">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69" func="var" arg="hierBranch" op="equ" val="r">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70">
                      <dgm:constrLst>
                        <dgm:constr type="l" for="ch" forName="rootText"/>
                        <dgm:constr type="t" for="ch" forName="rootText"/>
                        <dgm:constr type="w" for="ch" forName="rootText" refType="w"/>
                        <dgm:constr type="h" for="ch" forName="rootText" refType="h" fact="0.9"/>
                        <dgm:constr type="l" for="ch" forName="titleText2" refType="w" fact="0.2"/>
                        <dgm:constr type="t" for="ch" forName="titleText2" refType="h" fact="0.7"/>
                        <dgm:constr type="w" for="ch" forName="titleText2" refType="w" fact="0.9"/>
                        <dgm:constr type="h" for="ch" forName="titleText2" refType="h" fact="0.3"/>
                        <dgm:constr type="primFontSz" for="des" forName="titleText2" refType="primFontSz" refFor="des" refForName="rootText1" op="lte"/>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varLst>
                      <dgm:chMax/>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2" styleLbl="fgAcc1">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71">
                    <dgm:if name="Name72" func="var" arg="hierBranch" op="equ" val="l">
                      <dgm:alg type="hierChild">
                        <dgm:param type="chAlign" val="r"/>
                        <dgm:param type="linDir" val="fromT"/>
                      </dgm:alg>
                    </dgm:if>
                    <dgm:if name="Name73" func="var" arg="hierBranch" op="equ" val="r">
                      <dgm:alg type="hierChild">
                        <dgm:param type="chAlign" val="l"/>
                        <dgm:param type="linDir" val="fromT"/>
                      </dgm:alg>
                    </dgm:if>
                    <dgm:if name="Name74" func="var" arg="hierBranch" op="equ" val="hang">
                      <dgm:choose name="Name75">
                        <dgm:if name="Name76" func="var" arg="dir" op="equ" val="norm">
                          <dgm:alg type="hierChild">
                            <dgm:param type="chAlign" val="l"/>
                            <dgm:param type="linDir" val="fromL"/>
                            <dgm:param type="secChAlign" val="t"/>
                            <dgm:param type="secLinDir" val="fromT"/>
                          </dgm:alg>
                        </dgm:if>
                        <dgm:else name="Name77">
                          <dgm:alg type="hierChild">
                            <dgm:param type="chAlign" val="l"/>
                            <dgm:param type="linDir" val="fromR"/>
                            <dgm:param type="secChAlign" val="t"/>
                            <dgm:param type="secLinDir" val="fromT"/>
                          </dgm:alg>
                        </dgm:else>
                      </dgm:choose>
                    </dgm:if>
                    <dgm:if name="Name78" func="var" arg="hierBranch" op="equ" val="std">
                      <dgm:choose name="Name79">
                        <dgm:if name="Name80" func="var" arg="dir" op="equ" val="norm">
                          <dgm:alg type="hierChild"/>
                        </dgm:if>
                        <dgm:else name="Name81">
                          <dgm:alg type="hierChild">
                            <dgm:param type="linDir" val="fromR"/>
                          </dgm:alg>
                        </dgm:else>
                      </dgm:choose>
                    </dgm:if>
                    <dgm:if name="Name82" func="var" arg="hierBranch" op="equ" val="init">
                      <dgm:choose name="Name83">
                        <dgm:if name="Name84" func="var" arg="dir" op="equ" val="norm">
                          <dgm:alg type="hierChild"/>
                        </dgm:if>
                        <dgm:else name="Name85">
                          <dgm:alg type="hierChild">
                            <dgm:param type="linDir" val="fromR"/>
                          </dgm:alg>
                        </dgm:else>
                      </dgm:choose>
                    </dgm:if>
                    <dgm:else name="Name86"/>
                  </dgm:choose>
                  <dgm:shape xmlns:r="http://schemas.openxmlformats.org/officeDocument/2006/relationships" r:blip="">
                    <dgm:adjLst/>
                  </dgm:shape>
                  <dgm:presOf/>
                  <dgm:constrLst/>
                  <dgm:ruleLst/>
                  <dgm:forEach name="Name87" ref="rep2a"/>
                </dgm:layoutNode>
                <dgm:layoutNode name="hierChild5">
                  <dgm:choose name="Name88">
                    <dgm:if name="Name89" func="var" arg="dir" op="equ" val="norm">
                      <dgm:alg type="hierChild">
                        <dgm:param type="chAlign" val="l"/>
                        <dgm:param type="linDir" val="fromL"/>
                        <dgm:param type="secChAlign" val="t"/>
                        <dgm:param type="secLinDir" val="fromT"/>
                      </dgm:alg>
                    </dgm:if>
                    <dgm:else name="Name90">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91" ref="rep2b"/>
                </dgm:layoutNode>
              </dgm:layoutNode>
            </dgm:forEach>
          </dgm:layoutNode>
          <dgm:layoutNode name="hierChild3">
            <dgm:choose name="Name92">
              <dgm:if name="Name93" func="var" arg="dir" op="equ" val="norm">
                <dgm:alg type="hierChild">
                  <dgm:param type="chAlign" val="l"/>
                  <dgm:param type="linDir" val="fromL"/>
                  <dgm:param type="secChAlign" val="t"/>
                  <dgm:param type="secLinDir" val="fromT"/>
                </dgm:alg>
              </dgm:if>
              <dgm:else name="Name94">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95" axis="precedSib" ptType="parTrans" st="-1" cnt="1">
                <dgm:layoutNode name="Name96">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97">
                  <dgm:if name="Name98" func="var" arg="hierBranch" op="equ" val="l">
                    <dgm:alg type="hierRoot">
                      <dgm:param type="hierAlign" val="tR"/>
                    </dgm:alg>
                    <dgm:shape xmlns:r="http://schemas.openxmlformats.org/officeDocument/2006/relationships" r:blip="">
                      <dgm:adjLst/>
                    </dgm:shape>
                    <dgm:presOf/>
                    <dgm:constrLst>
                      <dgm:constr type="alignOff" val="0.65"/>
                    </dgm:constrLst>
                  </dgm:if>
                  <dgm:if name="Name99" func="var" arg="hierBranch" op="equ" val="r">
                    <dgm:alg type="hierRoot">
                      <dgm:param type="hierAlign" val="tL"/>
                    </dgm:alg>
                    <dgm:shape xmlns:r="http://schemas.openxmlformats.org/officeDocument/2006/relationships" r:blip="">
                      <dgm:adjLst/>
                    </dgm:shape>
                    <dgm:presOf/>
                    <dgm:constrLst>
                      <dgm:constr type="alignOff" val="0.65"/>
                    </dgm:constrLst>
                  </dgm:if>
                  <dgm:if name="Name100" func="var" arg="hierBranch" op="equ" val="hang">
                    <dgm:alg type="hierRoot"/>
                    <dgm:shape xmlns:r="http://schemas.openxmlformats.org/officeDocument/2006/relationships" r:blip="">
                      <dgm:adjLst/>
                    </dgm:shape>
                    <dgm:presOf/>
                    <dgm:constrLst>
                      <dgm:constr type="alignOff" val="0.65"/>
                    </dgm:constrLst>
                  </dgm:if>
                  <dgm:if name="Name101"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02" func="var" arg="hierBranch" op="equ" val="init">
                    <dgm:alg type="hierRoot"/>
                    <dgm:shape xmlns:r="http://schemas.openxmlformats.org/officeDocument/2006/relationships" r:blip="">
                      <dgm:adjLst/>
                    </dgm:shape>
                    <dgm:presOf/>
                    <dgm:constrLst>
                      <dgm:constr type="alignOff"/>
                      <dgm:constr type="bendDist" for="des" ptType="parTrans" refType="sp" fact="0.5"/>
                    </dgm:constrLst>
                  </dgm:if>
                  <dgm:else name="Name103"/>
                </dgm:choose>
                <dgm:ruleLst/>
                <dgm:layoutNode name="rootComposite3">
                  <dgm:alg type="composite"/>
                  <dgm:shape xmlns:r="http://schemas.openxmlformats.org/officeDocument/2006/relationships" r:blip="">
                    <dgm:adjLst/>
                  </dgm:shape>
                  <dgm:presOf axis="self" ptType="node" cnt="1"/>
                  <dgm:choose name="Name104">
                    <dgm:if name="Name105" func="var" arg="hierBranch" op="equ" val="init">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06" func="var" arg="hierBranch" op="equ" val="l">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07" func="var" arg="hierBranch" op="equ" val="r">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08">
                      <dgm:constrLst>
                        <dgm:constr type="l" for="ch" forName="rootText3"/>
                        <dgm:constr type="t" for="ch" forName="rootText3"/>
                        <dgm:constr type="w" for="ch" forName="rootText3" refType="w"/>
                        <dgm:constr type="h" for="ch" forName="rootText3" refType="h" fact="0.9"/>
                        <dgm:constr type="l" for="ch" forName="titleText3" refType="w" fact="0.2"/>
                        <dgm:constr type="t" for="ch" forName="titleText3" refType="h" fact="0.7"/>
                        <dgm:constr type="w" for="ch" forName="titleText3" refType="w" fact="0.9"/>
                        <dgm:constr type="h" for="ch" forName="titleText3" refType="h" fact="0.3"/>
                        <dgm:constr type="primFontSz" for="des" forName="titleText3" refType="primFontSz" refFor="des" refForName="rootText3" op="lte"/>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styleLbl="asst1">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h" fact="0.4"/>
                    </dgm:constrLst>
                    <dgm:ruleLst>
                      <dgm:rule type="primFontSz" val="5" fact="NaN" max="NaN"/>
                    </dgm:ruleLst>
                  </dgm:layoutNode>
                  <dgm:layoutNode name="titleText3" styleLbl="fgAcc2">
                    <dgm:varLst>
                      <dgm:chMax val="0"/>
                      <dgm:chPref val="0"/>
                    </dgm:varLst>
                    <dgm:alg type="tx">
                      <dgm:param type="parTxLTRAlign" val="r"/>
                    </dgm:alg>
                    <dgm:shape xmlns:r="http://schemas.openxmlformats.org/officeDocument/2006/relationships" type="rect" r:blip="">
                      <dgm:adjLst/>
                    </dgm:shape>
                    <dgm:presOf axis="followSib" ptType="sibTrans" hideLastTrans="0" cnt="1"/>
                    <dgm:constrLst>
                      <dgm:constr type="primFontSz" val="65"/>
                      <dgm:constr type="lMarg" refType="primFontSz" fact="0.2"/>
                      <dgm:constr type="rMarg" refType="primFontSz" fact="0.2"/>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09">
                    <dgm:if name="Name110" func="var" arg="hierBranch" op="equ" val="l">
                      <dgm:alg type="hierChild">
                        <dgm:param type="chAlign" val="r"/>
                        <dgm:param type="linDir" val="fromT"/>
                      </dgm:alg>
                    </dgm:if>
                    <dgm:if name="Name111" func="var" arg="hierBranch" op="equ" val="r">
                      <dgm:alg type="hierChild">
                        <dgm:param type="chAlign" val="l"/>
                        <dgm:param type="linDir" val="fromT"/>
                      </dgm:alg>
                    </dgm:if>
                    <dgm:if name="Name112" func="var" arg="hierBranch" op="equ" val="hang">
                      <dgm:choose name="Name113">
                        <dgm:if name="Name114" func="var" arg="dir" op="equ" val="norm">
                          <dgm:alg type="hierChild">
                            <dgm:param type="chAlign" val="l"/>
                            <dgm:param type="linDir" val="fromL"/>
                            <dgm:param type="secChAlign" val="t"/>
                            <dgm:param type="secLinDir" val="fromT"/>
                          </dgm:alg>
                        </dgm:if>
                        <dgm:else name="Name115">
                          <dgm:alg type="hierChild">
                            <dgm:param type="chAlign" val="l"/>
                            <dgm:param type="linDir" val="fromR"/>
                            <dgm:param type="secChAlign" val="t"/>
                            <dgm:param type="secLinDir" val="fromT"/>
                          </dgm:alg>
                        </dgm:else>
                      </dgm:choose>
                    </dgm:if>
                    <dgm:if name="Name116" func="var" arg="hierBranch" op="equ" val="std">
                      <dgm:choose name="Name117">
                        <dgm:if name="Name118" func="var" arg="dir" op="equ" val="norm">
                          <dgm:alg type="hierChild"/>
                        </dgm:if>
                        <dgm:else name="Name119">
                          <dgm:alg type="hierChild">
                            <dgm:param type="linDir" val="fromR"/>
                          </dgm:alg>
                        </dgm:else>
                      </dgm:choose>
                    </dgm:if>
                    <dgm:if name="Name120" func="var" arg="hierBranch" op="equ" val="init">
                      <dgm:alg type="hierChild"/>
                    </dgm:if>
                    <dgm:else name="Name121"/>
                  </dgm:choose>
                  <dgm:shape xmlns:r="http://schemas.openxmlformats.org/officeDocument/2006/relationships" r:blip="">
                    <dgm:adjLst/>
                  </dgm:shape>
                  <dgm:presOf/>
                  <dgm:constrLst/>
                  <dgm:ruleLst/>
                  <dgm:forEach name="Name122" ref="rep2a"/>
                </dgm:layoutNode>
                <dgm:layoutNode name="hierChild7">
                  <dgm:choose name="Name123">
                    <dgm:if name="Name124" func="var" arg="dir" op="equ" val="norm">
                      <dgm:alg type="hierChild">
                        <dgm:param type="chAlign" val="l"/>
                        <dgm:param type="linDir" val="fromL"/>
                        <dgm:param type="secChAlign" val="t"/>
                        <dgm:param type="secLinDir" val="fromT"/>
                      </dgm:alg>
                    </dgm:if>
                    <dgm:else name="Name12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26"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ACA8B6-72E2-4C16-A51A-8ABD8A48703B}" type="datetimeFigureOut">
              <a:rPr lang="en-IN" smtClean="0"/>
              <a:t>16-07-2020</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BB56FD-A76F-4067-B964-427B6BC5DD9F}" type="slidenum">
              <a:rPr lang="en-IN" smtClean="0"/>
              <a:t>‹#›</a:t>
            </a:fld>
            <a:endParaRPr lang="en-IN"/>
          </a:p>
        </p:txBody>
      </p:sp>
    </p:spTree>
    <p:extLst>
      <p:ext uri="{BB962C8B-B14F-4D97-AF65-F5344CB8AC3E}">
        <p14:creationId xmlns:p14="http://schemas.microsoft.com/office/powerpoint/2010/main" val="8850982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 office model to be discussed before this</a:t>
            </a:r>
          </a:p>
          <a:p>
            <a:endParaRPr lang="en-IN" dirty="0"/>
          </a:p>
        </p:txBody>
      </p:sp>
      <p:sp>
        <p:nvSpPr>
          <p:cNvPr id="4" name="Slide Number Placeholder 3"/>
          <p:cNvSpPr>
            <a:spLocks noGrp="1"/>
          </p:cNvSpPr>
          <p:nvPr>
            <p:ph type="sldNum" sz="quarter" idx="5"/>
          </p:nvPr>
        </p:nvSpPr>
        <p:spPr/>
        <p:txBody>
          <a:bodyPr/>
          <a:lstStyle/>
          <a:p>
            <a:fld id="{F7BB56FD-A76F-4067-B964-427B6BC5DD9F}" type="slidenum">
              <a:rPr lang="en-IN" smtClean="0"/>
              <a:t>28</a:t>
            </a:fld>
            <a:endParaRPr lang="en-IN"/>
          </a:p>
        </p:txBody>
      </p:sp>
    </p:spTree>
    <p:extLst>
      <p:ext uri="{BB962C8B-B14F-4D97-AF65-F5344CB8AC3E}">
        <p14:creationId xmlns:p14="http://schemas.microsoft.com/office/powerpoint/2010/main" val="12895528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7/16/2020</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7/16/2020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7/16/2020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7/16/2020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7/16/2020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7/16/2020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7/16/2020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7/16/2020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7/16/2020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7/16/2020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7/16/2020</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effectLst>
            <a:outerShdw blurRad="177800" dist="38100" dir="2700000" algn="tl">
              <a:srgbClr val="000000">
                <a:alpha val="24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52400" dist="38100" dir="2700000" algn="tl">
              <a:srgbClr val="000000">
                <a:alpha val="36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52400" dist="38100" dir="2700000" algn="tl">
              <a:srgbClr val="000000">
                <a:alpha val="36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52400" dist="38100" dir="2700000" algn="tl">
              <a:srgbClr val="000000">
                <a:alpha val="36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twitter.com/kevin_ashton"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6.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8" Type="http://schemas.openxmlformats.org/officeDocument/2006/relationships/image" Target="../media/image10.jpeg"/><Relationship Id="rId13" Type="http://schemas.openxmlformats.org/officeDocument/2006/relationships/image" Target="../media/image15.jpeg"/><Relationship Id="rId3" Type="http://schemas.openxmlformats.org/officeDocument/2006/relationships/diagramLayout" Target="../diagrams/layout1.xml"/><Relationship Id="rId7" Type="http://schemas.openxmlformats.org/officeDocument/2006/relationships/image" Target="../media/image9.jpeg"/><Relationship Id="rId12" Type="http://schemas.openxmlformats.org/officeDocument/2006/relationships/image" Target="../media/image14.jpeg"/><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11" Type="http://schemas.openxmlformats.org/officeDocument/2006/relationships/image" Target="../media/image13.png"/><Relationship Id="rId5" Type="http://schemas.openxmlformats.org/officeDocument/2006/relationships/diagramColors" Target="../diagrams/colors1.xml"/><Relationship Id="rId10" Type="http://schemas.openxmlformats.org/officeDocument/2006/relationships/image" Target="../media/image12.jpeg"/><Relationship Id="rId4" Type="http://schemas.openxmlformats.org/officeDocument/2006/relationships/diagramQuickStyle" Target="../diagrams/quickStyle1.xml"/><Relationship Id="rId9" Type="http://schemas.openxmlformats.org/officeDocument/2006/relationships/image" Target="../media/image11.jpe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comments" Target="../comments/comment1.xml"/><Relationship Id="rId2" Type="http://schemas.openxmlformats.org/officeDocument/2006/relationships/diagramData" Target="../diagrams/data2.xml"/><Relationship Id="rId1" Type="http://schemas.openxmlformats.org/officeDocument/2006/relationships/slideLayout" Target="../slideLayouts/slideLayout6.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6.xml"/><Relationship Id="rId6" Type="http://schemas.openxmlformats.org/officeDocument/2006/relationships/image" Target="../media/image20.jpe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18.png"/><Relationship Id="rId7" Type="http://schemas.openxmlformats.org/officeDocument/2006/relationships/image" Target="../media/image24.jpeg"/><Relationship Id="rId2" Type="http://schemas.openxmlformats.org/officeDocument/2006/relationships/image" Target="../media/image21.jpeg"/><Relationship Id="rId1" Type="http://schemas.openxmlformats.org/officeDocument/2006/relationships/slideLayout" Target="../slideLayouts/slideLayout6.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19.png"/><Relationship Id="rId9" Type="http://schemas.openxmlformats.org/officeDocument/2006/relationships/image" Target="../media/image17.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hyperlink" Target="https://www.postscapes.com/iot-history/" TargetMode="External"/><Relationship Id="rId1" Type="http://schemas.openxmlformats.org/officeDocument/2006/relationships/slideLayout" Target="../slideLayouts/slideLayout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image" Target="../media/image30.jpeg"/><Relationship Id="rId1" Type="http://schemas.openxmlformats.org/officeDocument/2006/relationships/slideLayout" Target="../slideLayouts/slideLayout6.xml"/><Relationship Id="rId4" Type="http://schemas.openxmlformats.org/officeDocument/2006/relationships/image" Target="../media/image32.jpeg"/></Relationships>
</file>

<file path=ppt/slides/_rels/slide2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comments" Target="../comments/comment2.xml"/></Relationships>
</file>

<file path=ppt/slides/_rels/slide2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hyperlink" Target="http://www.yahoo.com/" TargetMode="Externa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4" Type="http://schemas.openxmlformats.org/officeDocument/2006/relationships/image" Target="../media/image38.jpeg"/></Relationships>
</file>

<file path=ppt/slides/_rels/slide31.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hyperlink" Target="http://www.google.com/" TargetMode="Externa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7C82E-7ED3-4A20-A379-4935901BD216}"/>
              </a:ext>
            </a:extLst>
          </p:cNvPr>
          <p:cNvSpPr>
            <a:spLocks noGrp="1"/>
          </p:cNvSpPr>
          <p:nvPr>
            <p:ph type="ctrTitle"/>
          </p:nvPr>
        </p:nvSpPr>
        <p:spPr/>
        <p:txBody>
          <a:bodyPr/>
          <a:lstStyle/>
          <a:p>
            <a:r>
              <a:rPr lang="en-US" dirty="0"/>
              <a:t>Internet of Things</a:t>
            </a:r>
            <a:endParaRPr lang="en-IN" dirty="0"/>
          </a:p>
        </p:txBody>
      </p:sp>
      <p:sp>
        <p:nvSpPr>
          <p:cNvPr id="3" name="Subtitle 2">
            <a:extLst>
              <a:ext uri="{FF2B5EF4-FFF2-40B4-BE49-F238E27FC236}">
                <a16:creationId xmlns:a16="http://schemas.microsoft.com/office/drawing/2014/main" id="{57C989BB-BDA0-496C-954F-70712201BF4F}"/>
              </a:ext>
            </a:extLst>
          </p:cNvPr>
          <p:cNvSpPr>
            <a:spLocks noGrp="1"/>
          </p:cNvSpPr>
          <p:nvPr>
            <p:ph type="subTitle" idx="1"/>
          </p:nvPr>
        </p:nvSpPr>
        <p:spPr/>
        <p:txBody>
          <a:bodyPr/>
          <a:lstStyle/>
          <a:p>
            <a:endParaRPr lang="en-US" dirty="0"/>
          </a:p>
          <a:p>
            <a:r>
              <a:rPr lang="en-US" dirty="0"/>
              <a:t>Girish S Kumar</a:t>
            </a:r>
          </a:p>
          <a:p>
            <a:r>
              <a:rPr lang="en-US" dirty="0"/>
              <a:t>ISQUARED OT LABS (OPC)PVT ltd</a:t>
            </a:r>
            <a:endParaRPr lang="en-IN" dirty="0"/>
          </a:p>
        </p:txBody>
      </p:sp>
    </p:spTree>
    <p:extLst>
      <p:ext uri="{BB962C8B-B14F-4D97-AF65-F5344CB8AC3E}">
        <p14:creationId xmlns:p14="http://schemas.microsoft.com/office/powerpoint/2010/main" val="673829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6EBA4-1BF9-4AAE-8DF1-8A840B79AD92}"/>
              </a:ext>
            </a:extLst>
          </p:cNvPr>
          <p:cNvSpPr>
            <a:spLocks noGrp="1"/>
          </p:cNvSpPr>
          <p:nvPr>
            <p:ph type="title"/>
          </p:nvPr>
        </p:nvSpPr>
        <p:spPr/>
        <p:txBody>
          <a:bodyPr/>
          <a:lstStyle/>
          <a:p>
            <a:r>
              <a:rPr lang="en-US" dirty="0"/>
              <a:t>What is internet of </a:t>
            </a:r>
            <a:r>
              <a:rPr lang="en-US" sz="4800" b="1" dirty="0">
                <a:latin typeface="Ink Free" panose="03080402000500000000" pitchFamily="66" charset="0"/>
              </a:rPr>
              <a:t>Things</a:t>
            </a:r>
            <a:endParaRPr lang="en-IN" b="1" dirty="0">
              <a:latin typeface="Ink Free" panose="03080402000500000000" pitchFamily="66" charset="0"/>
            </a:endParaRPr>
          </a:p>
        </p:txBody>
      </p:sp>
      <p:sp>
        <p:nvSpPr>
          <p:cNvPr id="4" name="TextBox 3">
            <a:extLst>
              <a:ext uri="{FF2B5EF4-FFF2-40B4-BE49-F238E27FC236}">
                <a16:creationId xmlns:a16="http://schemas.microsoft.com/office/drawing/2014/main" id="{B862F452-831F-45C2-8803-8F79247889C2}"/>
              </a:ext>
            </a:extLst>
          </p:cNvPr>
          <p:cNvSpPr txBox="1"/>
          <p:nvPr/>
        </p:nvSpPr>
        <p:spPr>
          <a:xfrm>
            <a:off x="1275521" y="1932298"/>
            <a:ext cx="8584095" cy="2308324"/>
          </a:xfrm>
          <a:prstGeom prst="rect">
            <a:avLst/>
          </a:prstGeom>
          <a:noFill/>
        </p:spPr>
        <p:txBody>
          <a:bodyPr wrap="square">
            <a:spAutoFit/>
          </a:bodyPr>
          <a:lstStyle/>
          <a:p>
            <a:pPr algn="l" fontAlgn="base"/>
            <a:r>
              <a:rPr lang="en-US" b="0" i="0" dirty="0">
                <a:solidFill>
                  <a:srgbClr val="000000"/>
                </a:solidFill>
                <a:effectLst/>
                <a:latin typeface="Open Sans"/>
              </a:rPr>
              <a:t>Internet of Things definition? McKinsey short definition appears quite logic:</a:t>
            </a:r>
          </a:p>
          <a:p>
            <a:pPr algn="l" fontAlgn="base"/>
            <a:r>
              <a:rPr lang="en-US" b="1" i="0" dirty="0">
                <a:solidFill>
                  <a:srgbClr val="000000"/>
                </a:solidFill>
                <a:effectLst/>
                <a:latin typeface="inherit"/>
              </a:rPr>
              <a:t>Internet of Things =</a:t>
            </a:r>
            <a:r>
              <a:rPr lang="en-US" b="0" i="0" dirty="0">
                <a:solidFill>
                  <a:srgbClr val="000000"/>
                </a:solidFill>
                <a:effectLst/>
                <a:latin typeface="Open Sans"/>
              </a:rPr>
              <a:t> “</a:t>
            </a:r>
            <a:r>
              <a:rPr lang="en-US" b="1" i="1" dirty="0">
                <a:solidFill>
                  <a:srgbClr val="000000"/>
                </a:solidFill>
                <a:effectLst/>
                <a:latin typeface="inherit"/>
              </a:rPr>
              <a:t>Sensors and actuators embedded in physical objects are linked through wired and wireless networks, often using the same Internet Protocol (IP) that connects the Internet.</a:t>
            </a:r>
            <a:r>
              <a:rPr lang="en-US" b="1" i="0" dirty="0">
                <a:solidFill>
                  <a:srgbClr val="000000"/>
                </a:solidFill>
                <a:effectLst/>
                <a:latin typeface="inherit"/>
              </a:rPr>
              <a:t>“</a:t>
            </a:r>
          </a:p>
          <a:p>
            <a:pPr algn="l" fontAlgn="base"/>
            <a:endParaRPr lang="en-US" b="1" dirty="0">
              <a:solidFill>
                <a:srgbClr val="000000"/>
              </a:solidFill>
              <a:latin typeface="inherit"/>
            </a:endParaRPr>
          </a:p>
          <a:p>
            <a:pPr algn="l" fontAlgn="base"/>
            <a:endParaRPr lang="en-US" b="1" i="0" dirty="0">
              <a:solidFill>
                <a:srgbClr val="000000"/>
              </a:solidFill>
              <a:effectLst/>
              <a:latin typeface="inherit"/>
            </a:endParaRPr>
          </a:p>
          <a:p>
            <a:pPr algn="l" fontAlgn="base"/>
            <a:r>
              <a:rPr lang="en-US" b="0" i="0" dirty="0">
                <a:solidFill>
                  <a:srgbClr val="000000"/>
                </a:solidFill>
                <a:effectLst/>
                <a:latin typeface="Open Sans"/>
              </a:rPr>
              <a:t>IoT has yet a wider reach as it also includes connections beyond the industrial context such as wearable devices on people.</a:t>
            </a:r>
          </a:p>
        </p:txBody>
      </p:sp>
    </p:spTree>
    <p:extLst>
      <p:ext uri="{BB962C8B-B14F-4D97-AF65-F5344CB8AC3E}">
        <p14:creationId xmlns:p14="http://schemas.microsoft.com/office/powerpoint/2010/main" val="4027723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E40E30-D5F7-4DB3-963F-20FB7A0E682F}"/>
              </a:ext>
            </a:extLst>
          </p:cNvPr>
          <p:cNvSpPr txBox="1">
            <a:spLocks/>
          </p:cNvSpPr>
          <p:nvPr/>
        </p:nvSpPr>
        <p:spPr>
          <a:xfrm>
            <a:off x="1141413" y="618518"/>
            <a:ext cx="9905998" cy="812717"/>
          </a:xfrm>
          <a:prstGeom prst="rect">
            <a:avLst/>
          </a:prstGeom>
        </p:spPr>
        <p:txBody>
          <a:bodyPr/>
          <a:lstStyle>
            <a:lvl1pPr algn="l" defTabSz="914400" rtl="0" eaLnBrk="1" latinLnBrk="0" hangingPunct="1">
              <a:lnSpc>
                <a:spcPct val="90000"/>
              </a:lnSpc>
              <a:spcBef>
                <a:spcPct val="0"/>
              </a:spcBef>
              <a:buNone/>
              <a:defRPr sz="3600" kern="1200" cap="all" baseline="0">
                <a:solidFill>
                  <a:schemeClr val="tx1"/>
                </a:solidFill>
                <a:effectLst>
                  <a:outerShdw blurRad="177800" dist="38100" dir="2700000" algn="tl">
                    <a:srgbClr val="000000">
                      <a:alpha val="24000"/>
                    </a:srgbClr>
                  </a:outerShdw>
                </a:effectLst>
                <a:latin typeface="+mj-lt"/>
                <a:ea typeface="+mj-ea"/>
                <a:cs typeface="+mj-cs"/>
              </a:defRPr>
            </a:lvl1pPr>
          </a:lstStyle>
          <a:p>
            <a:r>
              <a:rPr lang="en-US" dirty="0"/>
              <a:t>How was this term “</a:t>
            </a:r>
            <a:r>
              <a:rPr lang="en-US" i="1" dirty="0">
                <a:latin typeface="Ink Free" panose="03080402000500000000" pitchFamily="66" charset="0"/>
              </a:rPr>
              <a:t>Things</a:t>
            </a:r>
            <a:r>
              <a:rPr lang="en-US" dirty="0"/>
              <a:t>” coined</a:t>
            </a:r>
            <a:endParaRPr lang="en-IN" dirty="0"/>
          </a:p>
        </p:txBody>
      </p:sp>
      <p:sp>
        <p:nvSpPr>
          <p:cNvPr id="4" name="TextBox 3">
            <a:extLst>
              <a:ext uri="{FF2B5EF4-FFF2-40B4-BE49-F238E27FC236}">
                <a16:creationId xmlns:a16="http://schemas.microsoft.com/office/drawing/2014/main" id="{F365DF2E-673D-47AD-846F-8CA9026FE84E}"/>
              </a:ext>
            </a:extLst>
          </p:cNvPr>
          <p:cNvSpPr txBox="1"/>
          <p:nvPr/>
        </p:nvSpPr>
        <p:spPr>
          <a:xfrm>
            <a:off x="5718451" y="1282147"/>
            <a:ext cx="5539408" cy="3693319"/>
          </a:xfrm>
          <a:prstGeom prst="rect">
            <a:avLst/>
          </a:prstGeom>
          <a:noFill/>
        </p:spPr>
        <p:txBody>
          <a:bodyPr wrap="square">
            <a:spAutoFit/>
          </a:bodyPr>
          <a:lstStyle/>
          <a:p>
            <a:r>
              <a:rPr lang="en-US" b="0" i="0" dirty="0">
                <a:solidFill>
                  <a:srgbClr val="000000"/>
                </a:solidFill>
                <a:effectLst/>
                <a:latin typeface="Open Sans"/>
              </a:rPr>
              <a:t>The term Internet of Things is </a:t>
            </a:r>
            <a:r>
              <a:rPr lang="en-US" dirty="0">
                <a:solidFill>
                  <a:srgbClr val="000000"/>
                </a:solidFill>
                <a:latin typeface="Open Sans"/>
              </a:rPr>
              <a:t>more than  four decade old.</a:t>
            </a:r>
            <a:r>
              <a:rPr lang="en-US" b="0" i="0" dirty="0">
                <a:solidFill>
                  <a:srgbClr val="000000"/>
                </a:solidFill>
                <a:effectLst/>
                <a:latin typeface="Open Sans"/>
              </a:rPr>
              <a:t>. The   idea of connected devices had been around </a:t>
            </a:r>
            <a:r>
              <a:rPr lang="en-US" dirty="0">
                <a:solidFill>
                  <a:srgbClr val="000000"/>
                </a:solidFill>
                <a:latin typeface="Open Sans"/>
              </a:rPr>
              <a:t>for more than four decades when internet was in experimental stage. </a:t>
            </a:r>
          </a:p>
          <a:p>
            <a:endParaRPr lang="en-US" b="0" i="0" dirty="0">
              <a:solidFill>
                <a:srgbClr val="000000"/>
              </a:solidFill>
              <a:effectLst/>
              <a:latin typeface="Open Sans"/>
            </a:endParaRPr>
          </a:p>
          <a:p>
            <a:r>
              <a:rPr lang="en-US" dirty="0">
                <a:solidFill>
                  <a:srgbClr val="000000"/>
                </a:solidFill>
                <a:latin typeface="Open Sans"/>
              </a:rPr>
              <a:t>The </a:t>
            </a:r>
            <a:r>
              <a:rPr lang="en-US" b="0" i="0" dirty="0">
                <a:solidFill>
                  <a:srgbClr val="000000"/>
                </a:solidFill>
                <a:effectLst/>
                <a:latin typeface="Open Sans"/>
              </a:rPr>
              <a:t>term “Internet of Things” was coined by </a:t>
            </a:r>
            <a:r>
              <a:rPr lang="en-US" b="0" i="0" u="none" strike="noStrike" dirty="0">
                <a:solidFill>
                  <a:srgbClr val="FF483C"/>
                </a:solidFill>
                <a:effectLst/>
                <a:latin typeface="Open Sans"/>
                <a:hlinkClick r:id="rId2"/>
              </a:rPr>
              <a:t>Kevin Ashton</a:t>
            </a:r>
            <a:r>
              <a:rPr lang="en-US" b="0" i="0" dirty="0">
                <a:solidFill>
                  <a:srgbClr val="000000"/>
                </a:solidFill>
                <a:effectLst/>
                <a:latin typeface="Open Sans"/>
              </a:rPr>
              <a:t> in 1999 during his work at </a:t>
            </a:r>
            <a:r>
              <a:rPr lang="en-US" b="0" i="0" dirty="0" err="1">
                <a:solidFill>
                  <a:srgbClr val="000000"/>
                </a:solidFill>
                <a:effectLst/>
                <a:latin typeface="Open Sans"/>
              </a:rPr>
              <a:t>Procter&amp;Gamble</a:t>
            </a:r>
            <a:r>
              <a:rPr lang="en-US" b="0" i="0" dirty="0">
                <a:solidFill>
                  <a:srgbClr val="000000"/>
                </a:solidFill>
                <a:effectLst/>
                <a:latin typeface="Open Sans"/>
              </a:rPr>
              <a:t>. Ashton who was working in supply chain optimization, wanted to attract senior management’s attention to a new exciting technology called RFID. Because the internet was the hottest new trend in 1999 and because it somehow made sense, he called his presentation “Internet of Things”.</a:t>
            </a:r>
            <a:endParaRPr lang="en-IN" dirty="0"/>
          </a:p>
        </p:txBody>
      </p:sp>
      <p:pic>
        <p:nvPicPr>
          <p:cNvPr id="1026" name="Picture 2" descr="Kevin Ashton">
            <a:extLst>
              <a:ext uri="{FF2B5EF4-FFF2-40B4-BE49-F238E27FC236}">
                <a16:creationId xmlns:a16="http://schemas.microsoft.com/office/drawing/2014/main" id="{3BB46879-263B-42CC-8B79-38FBA6F6F7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3530" y="3150897"/>
            <a:ext cx="3088585" cy="30885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78266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DD84E6-F0FE-49CC-BBD3-7BF373478CEE}"/>
              </a:ext>
            </a:extLst>
          </p:cNvPr>
          <p:cNvSpPr>
            <a:spLocks noGrp="1"/>
          </p:cNvSpPr>
          <p:nvPr>
            <p:ph type="title"/>
          </p:nvPr>
        </p:nvSpPr>
        <p:spPr/>
        <p:txBody>
          <a:bodyPr/>
          <a:lstStyle/>
          <a:p>
            <a:r>
              <a:rPr lang="en-US" dirty="0"/>
              <a:t>Listen to Kevin for few minutes</a:t>
            </a:r>
            <a:endParaRPr lang="en-IN" dirty="0"/>
          </a:p>
        </p:txBody>
      </p:sp>
      <p:sp>
        <p:nvSpPr>
          <p:cNvPr id="4" name="TextBox 3">
            <a:extLst>
              <a:ext uri="{FF2B5EF4-FFF2-40B4-BE49-F238E27FC236}">
                <a16:creationId xmlns:a16="http://schemas.microsoft.com/office/drawing/2014/main" id="{93DC780E-E601-481A-B4D9-F662F7D39D2E}"/>
              </a:ext>
            </a:extLst>
          </p:cNvPr>
          <p:cNvSpPr txBox="1"/>
          <p:nvPr/>
        </p:nvSpPr>
        <p:spPr>
          <a:xfrm>
            <a:off x="1262269" y="2828835"/>
            <a:ext cx="10571921" cy="369332"/>
          </a:xfrm>
          <a:prstGeom prst="rect">
            <a:avLst/>
          </a:prstGeom>
          <a:noFill/>
        </p:spPr>
        <p:txBody>
          <a:bodyPr wrap="square">
            <a:spAutoFit/>
          </a:bodyPr>
          <a:lstStyle/>
          <a:p>
            <a:r>
              <a:rPr lang="en-IN" dirty="0"/>
              <a:t>https://www.techrepublic.com/videos/share/how-the-term-internet-of-things-was-invented</a:t>
            </a:r>
          </a:p>
        </p:txBody>
      </p:sp>
      <p:sp>
        <p:nvSpPr>
          <p:cNvPr id="6" name="TextBox 5">
            <a:extLst>
              <a:ext uri="{FF2B5EF4-FFF2-40B4-BE49-F238E27FC236}">
                <a16:creationId xmlns:a16="http://schemas.microsoft.com/office/drawing/2014/main" id="{3E79D20F-43F2-4515-8486-63216E5B0356}"/>
              </a:ext>
            </a:extLst>
          </p:cNvPr>
          <p:cNvSpPr txBox="1"/>
          <p:nvPr/>
        </p:nvSpPr>
        <p:spPr>
          <a:xfrm>
            <a:off x="1141413" y="3929914"/>
            <a:ext cx="9905997" cy="1200329"/>
          </a:xfrm>
          <a:prstGeom prst="rect">
            <a:avLst/>
          </a:prstGeom>
          <a:noFill/>
        </p:spPr>
        <p:txBody>
          <a:bodyPr wrap="square">
            <a:spAutoFit/>
          </a:bodyPr>
          <a:lstStyle/>
          <a:p>
            <a:r>
              <a:rPr lang="en-US" b="0" i="0" dirty="0">
                <a:solidFill>
                  <a:srgbClr val="333333"/>
                </a:solidFill>
                <a:effectLst/>
                <a:latin typeface="Proxima Nova"/>
              </a:rPr>
              <a:t>The Internet of Things is not really when your app tells you that your toaster is ready with your toast. Right? We don't care about that. The Internet of Things means a whole range of different sensors that are somehow connected to the internet that are gathering information about the real world that can then be made useful in some way.</a:t>
            </a:r>
            <a:endParaRPr lang="en-IN" dirty="0"/>
          </a:p>
        </p:txBody>
      </p:sp>
    </p:spTree>
    <p:extLst>
      <p:ext uri="{BB962C8B-B14F-4D97-AF65-F5344CB8AC3E}">
        <p14:creationId xmlns:p14="http://schemas.microsoft.com/office/powerpoint/2010/main" val="1839944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C62E30-3492-444B-9FE9-6A0EC45FA82D}"/>
              </a:ext>
            </a:extLst>
          </p:cNvPr>
          <p:cNvSpPr>
            <a:spLocks noGrp="1"/>
          </p:cNvSpPr>
          <p:nvPr>
            <p:ph type="title"/>
          </p:nvPr>
        </p:nvSpPr>
        <p:spPr>
          <a:xfrm>
            <a:off x="1143001" y="16194"/>
            <a:ext cx="6849274" cy="677254"/>
          </a:xfrm>
        </p:spPr>
        <p:txBody>
          <a:bodyPr/>
          <a:lstStyle/>
          <a:p>
            <a:r>
              <a:rPr lang="en-US" dirty="0"/>
              <a:t>What are embedded computers</a:t>
            </a:r>
            <a:endParaRPr lang="en-IN" dirty="0"/>
          </a:p>
        </p:txBody>
      </p:sp>
      <p:pic>
        <p:nvPicPr>
          <p:cNvPr id="4" name="Picture 16" descr="Image result for Smart TV">
            <a:extLst>
              <a:ext uri="{FF2B5EF4-FFF2-40B4-BE49-F238E27FC236}">
                <a16:creationId xmlns:a16="http://schemas.microsoft.com/office/drawing/2014/main" id="{4FC8EC02-7E0E-43B0-AF85-D162A952D83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65440" y="1910344"/>
            <a:ext cx="3061958" cy="1722351"/>
          </a:xfrm>
          <a:prstGeom prst="rect">
            <a:avLst/>
          </a:prstGeom>
          <a:noFill/>
          <a:effectLst/>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29C8320E-E541-40AE-9DCA-73FFD156B881}"/>
              </a:ext>
            </a:extLst>
          </p:cNvPr>
          <p:cNvSpPr txBox="1"/>
          <p:nvPr/>
        </p:nvSpPr>
        <p:spPr>
          <a:xfrm>
            <a:off x="1069055" y="626350"/>
            <a:ext cx="4370352" cy="6186309"/>
          </a:xfrm>
          <a:prstGeom prst="rect">
            <a:avLst/>
          </a:prstGeom>
          <a:noFill/>
        </p:spPr>
        <p:txBody>
          <a:bodyPr wrap="square" rtlCol="0">
            <a:spAutoFit/>
          </a:bodyPr>
          <a:lstStyle/>
          <a:p>
            <a:pPr algn="l"/>
            <a:r>
              <a:rPr lang="en-IN" sz="1800" dirty="0"/>
              <a:t>When a computer becomes a  part of another large system or when computer becomes one of the components of a system we call it as:</a:t>
            </a:r>
          </a:p>
          <a:p>
            <a:pPr algn="l"/>
            <a:r>
              <a:rPr lang="en-IN" sz="1800" b="1" dirty="0"/>
              <a:t>Embedded Computer </a:t>
            </a:r>
            <a:r>
              <a:rPr lang="en-IN" sz="1800" dirty="0"/>
              <a:t>or </a:t>
            </a:r>
            <a:r>
              <a:rPr lang="en-IN" sz="1800" b="1" dirty="0"/>
              <a:t>Embedded system</a:t>
            </a:r>
          </a:p>
          <a:p>
            <a:pPr algn="l"/>
            <a:endParaRPr lang="en-IN" sz="1800" dirty="0"/>
          </a:p>
          <a:p>
            <a:pPr algn="l"/>
            <a:r>
              <a:rPr lang="en-IN" sz="1800" dirty="0"/>
              <a:t>Laptops, Desktop and servers are not embedded computers.</a:t>
            </a:r>
          </a:p>
          <a:p>
            <a:pPr algn="l"/>
            <a:r>
              <a:rPr lang="en-IN" sz="1800" b="1" u="sng" dirty="0"/>
              <a:t>Computers fixed inside </a:t>
            </a:r>
          </a:p>
          <a:p>
            <a:pPr marL="285750" indent="-285750" algn="l">
              <a:buFont typeface="Wingdings" panose="05000000000000000000" pitchFamily="2" charset="2"/>
              <a:buChar char="ü"/>
            </a:pPr>
            <a:r>
              <a:rPr lang="en-IN" sz="1800" dirty="0"/>
              <a:t>Automobiles, </a:t>
            </a:r>
          </a:p>
          <a:p>
            <a:pPr marL="285750" indent="-285750" algn="l">
              <a:buFont typeface="Wingdings" panose="05000000000000000000" pitchFamily="2" charset="2"/>
              <a:buChar char="ü"/>
            </a:pPr>
            <a:r>
              <a:rPr lang="en-IN" sz="1800" dirty="0"/>
              <a:t>Microware oven, </a:t>
            </a:r>
          </a:p>
          <a:p>
            <a:pPr marL="285750" indent="-285750" algn="l">
              <a:buFont typeface="Wingdings" panose="05000000000000000000" pitchFamily="2" charset="2"/>
              <a:buChar char="ü"/>
            </a:pPr>
            <a:r>
              <a:rPr lang="en-IN" sz="1800" dirty="0"/>
              <a:t>Smart Watches, </a:t>
            </a:r>
          </a:p>
          <a:p>
            <a:pPr marL="285750" indent="-285750" algn="l">
              <a:buFont typeface="Wingdings" panose="05000000000000000000" pitchFamily="2" charset="2"/>
              <a:buChar char="ü"/>
            </a:pPr>
            <a:r>
              <a:rPr lang="en-IN" sz="1800" dirty="0"/>
              <a:t>Smart phones, </a:t>
            </a:r>
          </a:p>
          <a:p>
            <a:pPr marL="285750" indent="-285750" algn="l">
              <a:buFont typeface="Wingdings" panose="05000000000000000000" pitchFamily="2" charset="2"/>
              <a:buChar char="ü"/>
            </a:pPr>
            <a:r>
              <a:rPr lang="en-IN" sz="1800" dirty="0"/>
              <a:t>Robots, </a:t>
            </a:r>
          </a:p>
          <a:p>
            <a:pPr marL="285750" indent="-285750" algn="l">
              <a:buFont typeface="Wingdings" panose="05000000000000000000" pitchFamily="2" charset="2"/>
              <a:buChar char="ü"/>
            </a:pPr>
            <a:r>
              <a:rPr lang="en-IN" sz="1800" dirty="0"/>
              <a:t>Drones,  </a:t>
            </a:r>
          </a:p>
          <a:p>
            <a:pPr marL="285750" indent="-285750" algn="l">
              <a:buFont typeface="Wingdings" panose="05000000000000000000" pitchFamily="2" charset="2"/>
              <a:buChar char="ü"/>
            </a:pPr>
            <a:r>
              <a:rPr lang="en-IN" sz="1800" dirty="0"/>
              <a:t>Smart TVs </a:t>
            </a:r>
          </a:p>
          <a:p>
            <a:pPr marL="285750" indent="-285750" algn="l">
              <a:buFont typeface="Wingdings" panose="05000000000000000000" pitchFamily="2" charset="2"/>
              <a:buChar char="ü"/>
            </a:pPr>
            <a:r>
              <a:rPr lang="en-IN" sz="1800" dirty="0"/>
              <a:t>Manufacturing Equipment</a:t>
            </a:r>
          </a:p>
          <a:p>
            <a:pPr marL="285750" indent="-285750" algn="l">
              <a:buFont typeface="Wingdings" panose="05000000000000000000" pitchFamily="2" charset="2"/>
              <a:buChar char="ü"/>
            </a:pPr>
            <a:r>
              <a:rPr lang="en-IN" sz="1800" dirty="0"/>
              <a:t>Washing Machines</a:t>
            </a:r>
          </a:p>
          <a:p>
            <a:pPr marL="285750" indent="-285750" algn="l">
              <a:buFont typeface="Wingdings" panose="05000000000000000000" pitchFamily="2" charset="2"/>
              <a:buChar char="ü"/>
            </a:pPr>
            <a:r>
              <a:rPr lang="en-IN" sz="1800" dirty="0"/>
              <a:t>Fridges</a:t>
            </a:r>
          </a:p>
          <a:p>
            <a:pPr marL="285750" indent="-285750" algn="l">
              <a:buFont typeface="Wingdings" panose="05000000000000000000" pitchFamily="2" charset="2"/>
              <a:buChar char="ü"/>
            </a:pPr>
            <a:r>
              <a:rPr lang="en-IN" sz="1800" dirty="0"/>
              <a:t>Digital Camera</a:t>
            </a:r>
          </a:p>
          <a:p>
            <a:pPr marL="285750" indent="-285750" algn="l">
              <a:buFont typeface="Wingdings" panose="05000000000000000000" pitchFamily="2" charset="2"/>
              <a:buChar char="ü"/>
            </a:pPr>
            <a:r>
              <a:rPr lang="en-IN" sz="1800" dirty="0"/>
              <a:t>Aeronautics </a:t>
            </a:r>
          </a:p>
        </p:txBody>
      </p:sp>
      <p:pic>
        <p:nvPicPr>
          <p:cNvPr id="8" name="Picture 12" descr="https://i1.wp.com/www.wlivenews.com/wp-content/uploads/2017/02/microwave-oven.jpg?resize=564%2C380">
            <a:extLst>
              <a:ext uri="{FF2B5EF4-FFF2-40B4-BE49-F238E27FC236}">
                <a16:creationId xmlns:a16="http://schemas.microsoft.com/office/drawing/2014/main" id="{763143A7-0700-4D9F-8DD7-DC6363FC51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9407" y="4346010"/>
            <a:ext cx="2478857" cy="167015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4" descr="https://moschip.com/wp-content/uploads/2017/02/Android-Connected-Car.jpg">
            <a:extLst>
              <a:ext uri="{FF2B5EF4-FFF2-40B4-BE49-F238E27FC236}">
                <a16:creationId xmlns:a16="http://schemas.microsoft.com/office/drawing/2014/main" id="{D8A4084B-A2A5-45A1-B261-E6B10B62C68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94876" y="2196992"/>
            <a:ext cx="2686967" cy="1486346"/>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8" descr="Image result for SEcurity Camera">
            <a:extLst>
              <a:ext uri="{FF2B5EF4-FFF2-40B4-BE49-F238E27FC236}">
                <a16:creationId xmlns:a16="http://schemas.microsoft.com/office/drawing/2014/main" id="{2B7A4260-6BCF-4281-80FC-5D96C2B6129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74153" y="487373"/>
            <a:ext cx="2503446" cy="15568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0" descr="Image result for Aero plane">
            <a:extLst>
              <a:ext uri="{FF2B5EF4-FFF2-40B4-BE49-F238E27FC236}">
                <a16:creationId xmlns:a16="http://schemas.microsoft.com/office/drawing/2014/main" id="{5FC1013A-8B20-40F0-A419-F21FCCE6EDE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74969" y="4210029"/>
            <a:ext cx="2602630" cy="2602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84930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B11C8-8F6B-4D55-A040-ABF92DEF898F}"/>
              </a:ext>
            </a:extLst>
          </p:cNvPr>
          <p:cNvSpPr>
            <a:spLocks noGrp="1"/>
          </p:cNvSpPr>
          <p:nvPr>
            <p:ph type="title"/>
          </p:nvPr>
        </p:nvSpPr>
        <p:spPr>
          <a:xfrm>
            <a:off x="1143001" y="117323"/>
            <a:ext cx="9905998" cy="818794"/>
          </a:xfrm>
        </p:spPr>
        <p:txBody>
          <a:bodyPr/>
          <a:lstStyle/>
          <a:p>
            <a:r>
              <a:rPr lang="en-US" dirty="0"/>
              <a:t>Applications of </a:t>
            </a:r>
            <a:r>
              <a:rPr lang="en-US" dirty="0" err="1"/>
              <a:t>Iot</a:t>
            </a:r>
            <a:endParaRPr lang="en-IN" dirty="0"/>
          </a:p>
        </p:txBody>
      </p:sp>
      <p:graphicFrame>
        <p:nvGraphicFramePr>
          <p:cNvPr id="6" name="Diagram 5">
            <a:extLst>
              <a:ext uri="{FF2B5EF4-FFF2-40B4-BE49-F238E27FC236}">
                <a16:creationId xmlns:a16="http://schemas.microsoft.com/office/drawing/2014/main" id="{74CA730D-01C7-470E-8E10-CA1750F82F8B}"/>
              </a:ext>
            </a:extLst>
          </p:cNvPr>
          <p:cNvGraphicFramePr/>
          <p:nvPr>
            <p:extLst>
              <p:ext uri="{D42A27DB-BD31-4B8C-83A1-F6EECF244321}">
                <p14:modId xmlns:p14="http://schemas.microsoft.com/office/powerpoint/2010/main" val="386147481"/>
              </p:ext>
            </p:extLst>
          </p:nvPr>
        </p:nvGraphicFramePr>
        <p:xfrm>
          <a:off x="2692263" y="1762954"/>
          <a:ext cx="7015163" cy="4657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Picture 2" descr="Image result for Hospitals">
            <a:extLst>
              <a:ext uri="{FF2B5EF4-FFF2-40B4-BE49-F238E27FC236}">
                <a16:creationId xmlns:a16="http://schemas.microsoft.com/office/drawing/2014/main" id="{1FCBFCEB-2538-43B3-B0AB-123D3EB994F7}"/>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694012" y="4877873"/>
            <a:ext cx="2769777" cy="155959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descr="Image result for Manufacturing units">
            <a:extLst>
              <a:ext uri="{FF2B5EF4-FFF2-40B4-BE49-F238E27FC236}">
                <a16:creationId xmlns:a16="http://schemas.microsoft.com/office/drawing/2014/main" id="{3C091638-225D-4F92-9C1B-1951E3C9488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74474" y="4810135"/>
            <a:ext cx="2518351" cy="1618939"/>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6" descr="Image result for aeronautics">
            <a:extLst>
              <a:ext uri="{FF2B5EF4-FFF2-40B4-BE49-F238E27FC236}">
                <a16:creationId xmlns:a16="http://schemas.microsoft.com/office/drawing/2014/main" id="{8A4D4AF8-884C-4FE7-A002-1E6313D48A7B}"/>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846138" y="1070587"/>
            <a:ext cx="1034588" cy="689366"/>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Image result for automobiles">
            <a:extLst>
              <a:ext uri="{FF2B5EF4-FFF2-40B4-BE49-F238E27FC236}">
                <a16:creationId xmlns:a16="http://schemas.microsoft.com/office/drawing/2014/main" id="{6D76DD35-4E51-40AD-A935-2FD3C6B16D77}"/>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126903" y="1747252"/>
            <a:ext cx="1639136" cy="92201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2" descr="Image result for Bank">
            <a:extLst>
              <a:ext uri="{FF2B5EF4-FFF2-40B4-BE49-F238E27FC236}">
                <a16:creationId xmlns:a16="http://schemas.microsoft.com/office/drawing/2014/main" id="{1142B211-24E8-429F-8F93-4D5E0C6A484E}"/>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3237722" y="1544692"/>
            <a:ext cx="1083600" cy="107996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4" descr="Image result for Airline booking">
            <a:extLst>
              <a:ext uri="{FF2B5EF4-FFF2-40B4-BE49-F238E27FC236}">
                <a16:creationId xmlns:a16="http://schemas.microsoft.com/office/drawing/2014/main" id="{B129FC1C-9C43-4041-AA92-D57B1F7C708B}"/>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9374172" y="3790988"/>
            <a:ext cx="1409455" cy="1057275"/>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6" descr="Related image">
            <a:extLst>
              <a:ext uri="{FF2B5EF4-FFF2-40B4-BE49-F238E27FC236}">
                <a16:creationId xmlns:a16="http://schemas.microsoft.com/office/drawing/2014/main" id="{F4D33DCC-0AD9-40B8-9E86-F6EF4C5EE24A}"/>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535885" y="808707"/>
            <a:ext cx="1327917" cy="888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3952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D2E22A-E27C-4F23-85B7-142D2C1E16E7}"/>
              </a:ext>
            </a:extLst>
          </p:cNvPr>
          <p:cNvSpPr>
            <a:spLocks noGrp="1"/>
          </p:cNvSpPr>
          <p:nvPr>
            <p:ph type="title"/>
          </p:nvPr>
        </p:nvSpPr>
        <p:spPr>
          <a:xfrm>
            <a:off x="1143001" y="154495"/>
            <a:ext cx="9905998" cy="664372"/>
          </a:xfrm>
        </p:spPr>
        <p:txBody>
          <a:bodyPr/>
          <a:lstStyle/>
          <a:p>
            <a:r>
              <a:rPr lang="en-US" dirty="0"/>
              <a:t>Industrial Revolution</a:t>
            </a:r>
            <a:endParaRPr lang="en-IN" dirty="0"/>
          </a:p>
        </p:txBody>
      </p:sp>
      <p:graphicFrame>
        <p:nvGraphicFramePr>
          <p:cNvPr id="3" name="Diagram 2">
            <a:extLst>
              <a:ext uri="{FF2B5EF4-FFF2-40B4-BE49-F238E27FC236}">
                <a16:creationId xmlns:a16="http://schemas.microsoft.com/office/drawing/2014/main" id="{9D883C59-961F-4907-B2A6-899FC747B319}"/>
              </a:ext>
            </a:extLst>
          </p:cNvPr>
          <p:cNvGraphicFramePr/>
          <p:nvPr>
            <p:extLst>
              <p:ext uri="{D42A27DB-BD31-4B8C-83A1-F6EECF244321}">
                <p14:modId xmlns:p14="http://schemas.microsoft.com/office/powerpoint/2010/main" val="1951373508"/>
              </p:ext>
            </p:extLst>
          </p:nvPr>
        </p:nvGraphicFramePr>
        <p:xfrm>
          <a:off x="882554" y="818866"/>
          <a:ext cx="10895463" cy="60391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92669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CB757-D06F-457E-8336-A4A619640807}"/>
              </a:ext>
            </a:extLst>
          </p:cNvPr>
          <p:cNvSpPr>
            <a:spLocks noGrp="1"/>
          </p:cNvSpPr>
          <p:nvPr>
            <p:ph type="title"/>
          </p:nvPr>
        </p:nvSpPr>
        <p:spPr>
          <a:xfrm>
            <a:off x="1143001" y="207701"/>
            <a:ext cx="9905998" cy="733203"/>
          </a:xfrm>
        </p:spPr>
        <p:txBody>
          <a:bodyPr/>
          <a:lstStyle/>
          <a:p>
            <a:r>
              <a:rPr lang="en-US" dirty="0" err="1"/>
              <a:t>Iot</a:t>
            </a:r>
            <a:r>
              <a:rPr lang="en-US" dirty="0"/>
              <a:t> in use (</a:t>
            </a:r>
            <a:r>
              <a:rPr lang="en-US" sz="1800" dirty="0"/>
              <a:t>Car develops a fault</a:t>
            </a:r>
            <a:r>
              <a:rPr lang="en-US" dirty="0"/>
              <a:t>)</a:t>
            </a:r>
            <a:endParaRPr lang="en-IN" dirty="0"/>
          </a:p>
        </p:txBody>
      </p:sp>
      <p:pic>
        <p:nvPicPr>
          <p:cNvPr id="3" name="Picture 2" descr="Image result for car">
            <a:extLst>
              <a:ext uri="{FF2B5EF4-FFF2-40B4-BE49-F238E27FC236}">
                <a16:creationId xmlns:a16="http://schemas.microsoft.com/office/drawing/2014/main" id="{D9E63B86-2E9F-4833-9D65-9804EAA1ED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40486" y="4245909"/>
            <a:ext cx="304800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Image result for car service station">
            <a:extLst>
              <a:ext uri="{FF2B5EF4-FFF2-40B4-BE49-F238E27FC236}">
                <a16:creationId xmlns:a16="http://schemas.microsoft.com/office/drawing/2014/main" id="{00A8D6A7-20C1-42CF-B308-4F66D40E8A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375" y="3607686"/>
            <a:ext cx="3875756" cy="258383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8" descr="Image result for Internet cloud">
            <a:extLst>
              <a:ext uri="{FF2B5EF4-FFF2-40B4-BE49-F238E27FC236}">
                <a16:creationId xmlns:a16="http://schemas.microsoft.com/office/drawing/2014/main" id="{36E98A9B-491D-4DC8-BD3C-A0C9A5DEA2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55851" y="1162730"/>
            <a:ext cx="2838450" cy="2428875"/>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136936CA-4C4C-4686-8E7C-FE2ABF91B1C7}"/>
              </a:ext>
            </a:extLst>
          </p:cNvPr>
          <p:cNvCxnSpPr>
            <a:cxnSpLocks/>
          </p:cNvCxnSpPr>
          <p:nvPr/>
        </p:nvCxnSpPr>
        <p:spPr bwMode="auto">
          <a:xfrm flipV="1">
            <a:off x="3947151" y="3034338"/>
            <a:ext cx="1723288" cy="1253801"/>
          </a:xfrm>
          <a:prstGeom prst="straightConnector1">
            <a:avLst/>
          </a:prstGeom>
          <a:ln>
            <a:headEnd type="triangle"/>
            <a:tailEnd type="triangle"/>
          </a:ln>
        </p:spPr>
        <p:style>
          <a:lnRef idx="3">
            <a:schemeClr val="accent4"/>
          </a:lnRef>
          <a:fillRef idx="0">
            <a:schemeClr val="accent4"/>
          </a:fillRef>
          <a:effectRef idx="2">
            <a:schemeClr val="accent4"/>
          </a:effectRef>
          <a:fontRef idx="minor">
            <a:schemeClr val="tx1"/>
          </a:fontRef>
        </p:style>
      </p:cxnSp>
      <p:pic>
        <p:nvPicPr>
          <p:cNvPr id="7" name="Picture 6">
            <a:extLst>
              <a:ext uri="{FF2B5EF4-FFF2-40B4-BE49-F238E27FC236}">
                <a16:creationId xmlns:a16="http://schemas.microsoft.com/office/drawing/2014/main" id="{7CAA4E6A-0EEC-443B-A3B4-F86C10E88AF8}"/>
              </a:ext>
            </a:extLst>
          </p:cNvPr>
          <p:cNvPicPr>
            <a:picLocks noChangeAspect="1"/>
          </p:cNvPicPr>
          <p:nvPr/>
        </p:nvPicPr>
        <p:blipFill>
          <a:blip r:embed="rId5"/>
          <a:stretch>
            <a:fillRect/>
          </a:stretch>
        </p:blipFill>
        <p:spPr>
          <a:xfrm>
            <a:off x="8817919" y="1768043"/>
            <a:ext cx="848427" cy="424214"/>
          </a:xfrm>
          <a:prstGeom prst="rect">
            <a:avLst/>
          </a:prstGeom>
        </p:spPr>
      </p:pic>
      <p:sp>
        <p:nvSpPr>
          <p:cNvPr id="8" name="TextBox 7">
            <a:extLst>
              <a:ext uri="{FF2B5EF4-FFF2-40B4-BE49-F238E27FC236}">
                <a16:creationId xmlns:a16="http://schemas.microsoft.com/office/drawing/2014/main" id="{8EC78087-4CD8-4467-A1F3-40B2BCF531A7}"/>
              </a:ext>
            </a:extLst>
          </p:cNvPr>
          <p:cNvSpPr txBox="1"/>
          <p:nvPr/>
        </p:nvSpPr>
        <p:spPr>
          <a:xfrm>
            <a:off x="8699725" y="764211"/>
            <a:ext cx="1189749" cy="830997"/>
          </a:xfrm>
          <a:prstGeom prst="rect">
            <a:avLst/>
          </a:prstGeom>
          <a:noFill/>
        </p:spPr>
        <p:txBody>
          <a:bodyPr wrap="none" rtlCol="0">
            <a:spAutoFit/>
          </a:bodyPr>
          <a:lstStyle/>
          <a:p>
            <a:pPr algn="l"/>
            <a:r>
              <a:rPr lang="en-IN" dirty="0"/>
              <a:t>GPS</a:t>
            </a:r>
          </a:p>
          <a:p>
            <a:pPr algn="l"/>
            <a:r>
              <a:rPr lang="en-IN" dirty="0"/>
              <a:t>Satellite</a:t>
            </a:r>
          </a:p>
        </p:txBody>
      </p:sp>
      <p:pic>
        <p:nvPicPr>
          <p:cNvPr id="9" name="Picture 8">
            <a:extLst>
              <a:ext uri="{FF2B5EF4-FFF2-40B4-BE49-F238E27FC236}">
                <a16:creationId xmlns:a16="http://schemas.microsoft.com/office/drawing/2014/main" id="{81C88D62-8F59-461C-AD2B-E70545C78C55}"/>
              </a:ext>
            </a:extLst>
          </p:cNvPr>
          <p:cNvPicPr>
            <a:picLocks noChangeAspect="1"/>
          </p:cNvPicPr>
          <p:nvPr/>
        </p:nvPicPr>
        <p:blipFill>
          <a:blip r:embed="rId5"/>
          <a:stretch>
            <a:fillRect/>
          </a:stretch>
        </p:blipFill>
        <p:spPr>
          <a:xfrm>
            <a:off x="9577785" y="494224"/>
            <a:ext cx="987971" cy="493986"/>
          </a:xfrm>
          <a:prstGeom prst="rect">
            <a:avLst/>
          </a:prstGeom>
        </p:spPr>
      </p:pic>
      <p:cxnSp>
        <p:nvCxnSpPr>
          <p:cNvPr id="10" name="Straight Arrow Connector 9">
            <a:extLst>
              <a:ext uri="{FF2B5EF4-FFF2-40B4-BE49-F238E27FC236}">
                <a16:creationId xmlns:a16="http://schemas.microsoft.com/office/drawing/2014/main" id="{F8C03863-4B0B-4A05-9164-D039F25605B0}"/>
              </a:ext>
            </a:extLst>
          </p:cNvPr>
          <p:cNvCxnSpPr>
            <a:stCxn id="9" idx="2"/>
          </p:cNvCxnSpPr>
          <p:nvPr/>
        </p:nvCxnSpPr>
        <p:spPr bwMode="auto">
          <a:xfrm flipH="1">
            <a:off x="10071770" y="988210"/>
            <a:ext cx="1" cy="3519714"/>
          </a:xfrm>
          <a:prstGeom prst="straightConnector1">
            <a:avLst/>
          </a:prstGeom>
          <a:ln>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11" name="Straight Arrow Connector 10">
            <a:extLst>
              <a:ext uri="{FF2B5EF4-FFF2-40B4-BE49-F238E27FC236}">
                <a16:creationId xmlns:a16="http://schemas.microsoft.com/office/drawing/2014/main" id="{2AF5CC36-6C1B-4EA6-B8FD-1C4CBE5C52D6}"/>
              </a:ext>
            </a:extLst>
          </p:cNvPr>
          <p:cNvCxnSpPr>
            <a:cxnSpLocks/>
            <a:stCxn id="7" idx="2"/>
          </p:cNvCxnSpPr>
          <p:nvPr/>
        </p:nvCxnSpPr>
        <p:spPr bwMode="auto">
          <a:xfrm>
            <a:off x="9242133" y="2192257"/>
            <a:ext cx="536885" cy="2563318"/>
          </a:xfrm>
          <a:prstGeom prst="straightConnector1">
            <a:avLst/>
          </a:prstGeom>
          <a:ln>
            <a:headEnd type="triangle"/>
            <a:tailEnd type="triangle"/>
          </a:ln>
        </p:spPr>
        <p:style>
          <a:lnRef idx="2">
            <a:schemeClr val="accent2"/>
          </a:lnRef>
          <a:fillRef idx="0">
            <a:schemeClr val="accent2"/>
          </a:fillRef>
          <a:effectRef idx="1">
            <a:schemeClr val="accent2"/>
          </a:effectRef>
          <a:fontRef idx="minor">
            <a:schemeClr val="tx1"/>
          </a:fontRef>
        </p:style>
      </p:cxnSp>
      <p:pic>
        <p:nvPicPr>
          <p:cNvPr id="12" name="Picture 10" descr="Related image">
            <a:extLst>
              <a:ext uri="{FF2B5EF4-FFF2-40B4-BE49-F238E27FC236}">
                <a16:creationId xmlns:a16="http://schemas.microsoft.com/office/drawing/2014/main" id="{06C9C8B5-69DF-4301-9E99-5DB1C443777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36560" y="5351608"/>
            <a:ext cx="839915" cy="839915"/>
          </a:xfrm>
          <a:prstGeom prst="rect">
            <a:avLst/>
          </a:prstGeom>
          <a:noFill/>
          <a:extLst>
            <a:ext uri="{909E8E84-426E-40DD-AFC4-6F175D3DCCD1}">
              <a14:hiddenFill xmlns:a14="http://schemas.microsoft.com/office/drawing/2010/main">
                <a:solidFill>
                  <a:srgbClr val="FFFFFF"/>
                </a:solidFill>
              </a14:hiddenFill>
            </a:ext>
          </a:extLst>
        </p:spPr>
      </p:pic>
      <p:sp>
        <p:nvSpPr>
          <p:cNvPr id="13" name="Arrow: Striped Right 12">
            <a:extLst>
              <a:ext uri="{FF2B5EF4-FFF2-40B4-BE49-F238E27FC236}">
                <a16:creationId xmlns:a16="http://schemas.microsoft.com/office/drawing/2014/main" id="{319B9C4E-87F3-467B-BD42-262C8C6F7CF0}"/>
              </a:ext>
            </a:extLst>
          </p:cNvPr>
          <p:cNvSpPr/>
          <p:nvPr/>
        </p:nvSpPr>
        <p:spPr bwMode="auto">
          <a:xfrm>
            <a:off x="6146401" y="4716458"/>
            <a:ext cx="1169233" cy="924863"/>
          </a:xfrm>
          <a:prstGeom prst="stripedRightArrow">
            <a:avLst/>
          </a:prstGeom>
          <a:solidFill>
            <a:schemeClr val="accent1"/>
          </a:solidFill>
          <a:ln w="9525"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IN" sz="2400" b="0" i="0" u="none" strike="noStrike" cap="none" normalizeH="0" baseline="0" dirty="0">
              <a:ln>
                <a:noFill/>
              </a:ln>
              <a:solidFill>
                <a:schemeClr val="tx1"/>
              </a:solidFill>
              <a:effectLst/>
              <a:latin typeface="Times New Roman" pitchFamily="18" charset="0"/>
            </a:endParaRPr>
          </a:p>
        </p:txBody>
      </p:sp>
      <p:sp>
        <p:nvSpPr>
          <p:cNvPr id="15" name="TextBox 14">
            <a:extLst>
              <a:ext uri="{FF2B5EF4-FFF2-40B4-BE49-F238E27FC236}">
                <a16:creationId xmlns:a16="http://schemas.microsoft.com/office/drawing/2014/main" id="{EE9231D6-AD42-4B3E-B013-B1A631AA1D0D}"/>
              </a:ext>
            </a:extLst>
          </p:cNvPr>
          <p:cNvSpPr txBox="1"/>
          <p:nvPr/>
        </p:nvSpPr>
        <p:spPr>
          <a:xfrm>
            <a:off x="587776" y="1915502"/>
            <a:ext cx="3875756" cy="923330"/>
          </a:xfrm>
          <a:prstGeom prst="rect">
            <a:avLst/>
          </a:prstGeom>
          <a:noFill/>
        </p:spPr>
        <p:txBody>
          <a:bodyPr wrap="square" rtlCol="0">
            <a:spAutoFit/>
          </a:bodyPr>
          <a:lstStyle/>
          <a:p>
            <a:r>
              <a:rPr lang="en-US" dirty="0"/>
              <a:t>How about having a Uber, </a:t>
            </a:r>
            <a:r>
              <a:rPr lang="en-US" dirty="0" err="1"/>
              <a:t>Swiggy</a:t>
            </a:r>
            <a:r>
              <a:rPr lang="en-US" dirty="0"/>
              <a:t> or </a:t>
            </a:r>
            <a:r>
              <a:rPr lang="en-US" dirty="0" err="1"/>
              <a:t>Zomata</a:t>
            </a:r>
            <a:r>
              <a:rPr lang="en-US" dirty="0"/>
              <a:t> … equivalent  for car workshops</a:t>
            </a:r>
            <a:endParaRPr lang="en-IN" dirty="0"/>
          </a:p>
        </p:txBody>
      </p:sp>
    </p:spTree>
    <p:extLst>
      <p:ext uri="{BB962C8B-B14F-4D97-AF65-F5344CB8AC3E}">
        <p14:creationId xmlns:p14="http://schemas.microsoft.com/office/powerpoint/2010/main" val="16429137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1170C-E53F-4EB2-B362-4DE6E7571687}"/>
              </a:ext>
            </a:extLst>
          </p:cNvPr>
          <p:cNvSpPr>
            <a:spLocks noGrp="1"/>
          </p:cNvSpPr>
          <p:nvPr>
            <p:ph type="title"/>
          </p:nvPr>
        </p:nvSpPr>
        <p:spPr>
          <a:xfrm>
            <a:off x="1143001" y="194450"/>
            <a:ext cx="3877680" cy="786978"/>
          </a:xfrm>
        </p:spPr>
        <p:txBody>
          <a:bodyPr>
            <a:normAutofit/>
          </a:bodyPr>
          <a:lstStyle/>
          <a:p>
            <a:r>
              <a:rPr lang="en-US" dirty="0" err="1"/>
              <a:t>Iot</a:t>
            </a:r>
            <a:r>
              <a:rPr lang="en-US" dirty="0"/>
              <a:t> in emergency</a:t>
            </a:r>
            <a:endParaRPr lang="en-IN" dirty="0"/>
          </a:p>
        </p:txBody>
      </p:sp>
      <p:pic>
        <p:nvPicPr>
          <p:cNvPr id="3" name="Picture 2" descr="Image result for car accident">
            <a:extLst>
              <a:ext uri="{FF2B5EF4-FFF2-40B4-BE49-F238E27FC236}">
                <a16:creationId xmlns:a16="http://schemas.microsoft.com/office/drawing/2014/main" id="{EA510CD8-AAE1-4DBF-866A-48929179C32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58844" y="5244996"/>
            <a:ext cx="2038662" cy="1061803"/>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8" descr="Image result for Internet cloud">
            <a:extLst>
              <a:ext uri="{FF2B5EF4-FFF2-40B4-BE49-F238E27FC236}">
                <a16:creationId xmlns:a16="http://schemas.microsoft.com/office/drawing/2014/main" id="{BB1CC1F8-0665-4394-BDB2-1E5884D567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20681" y="1134679"/>
            <a:ext cx="2838450" cy="2428875"/>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a:extLst>
              <a:ext uri="{FF2B5EF4-FFF2-40B4-BE49-F238E27FC236}">
                <a16:creationId xmlns:a16="http://schemas.microsoft.com/office/drawing/2014/main" id="{34CEFD29-9990-4E1B-A0A1-3AA2A9773538}"/>
              </a:ext>
            </a:extLst>
          </p:cNvPr>
          <p:cNvCxnSpPr>
            <a:cxnSpLocks/>
          </p:cNvCxnSpPr>
          <p:nvPr/>
        </p:nvCxnSpPr>
        <p:spPr bwMode="auto">
          <a:xfrm>
            <a:off x="7859131" y="2668249"/>
            <a:ext cx="1058465" cy="2576154"/>
          </a:xfrm>
          <a:prstGeom prst="straightConnector1">
            <a:avLst/>
          </a:prstGeom>
          <a:ln>
            <a:headEnd type="triangle"/>
            <a:tailEnd type="triangle"/>
          </a:ln>
        </p:spPr>
        <p:style>
          <a:lnRef idx="3">
            <a:schemeClr val="accent4"/>
          </a:lnRef>
          <a:fillRef idx="0">
            <a:schemeClr val="accent4"/>
          </a:fillRef>
          <a:effectRef idx="2">
            <a:schemeClr val="accent4"/>
          </a:effectRef>
          <a:fontRef idx="minor">
            <a:schemeClr val="tx1"/>
          </a:fontRef>
        </p:style>
      </p:cxnSp>
      <p:pic>
        <p:nvPicPr>
          <p:cNvPr id="6" name="Picture 5">
            <a:extLst>
              <a:ext uri="{FF2B5EF4-FFF2-40B4-BE49-F238E27FC236}">
                <a16:creationId xmlns:a16="http://schemas.microsoft.com/office/drawing/2014/main" id="{BF98B665-8DD9-44B8-9299-7A2B6E7D0F95}"/>
              </a:ext>
            </a:extLst>
          </p:cNvPr>
          <p:cNvPicPr>
            <a:picLocks noChangeAspect="1"/>
          </p:cNvPicPr>
          <p:nvPr/>
        </p:nvPicPr>
        <p:blipFill>
          <a:blip r:embed="rId4"/>
          <a:stretch>
            <a:fillRect/>
          </a:stretch>
        </p:blipFill>
        <p:spPr>
          <a:xfrm>
            <a:off x="8446860" y="2139104"/>
            <a:ext cx="848427" cy="424214"/>
          </a:xfrm>
          <a:prstGeom prst="rect">
            <a:avLst/>
          </a:prstGeom>
        </p:spPr>
      </p:pic>
      <p:pic>
        <p:nvPicPr>
          <p:cNvPr id="7" name="Picture 6">
            <a:extLst>
              <a:ext uri="{FF2B5EF4-FFF2-40B4-BE49-F238E27FC236}">
                <a16:creationId xmlns:a16="http://schemas.microsoft.com/office/drawing/2014/main" id="{241049CE-9A2B-404F-BA67-37D46173BCDA}"/>
              </a:ext>
            </a:extLst>
          </p:cNvPr>
          <p:cNvPicPr>
            <a:picLocks noChangeAspect="1"/>
          </p:cNvPicPr>
          <p:nvPr/>
        </p:nvPicPr>
        <p:blipFill>
          <a:blip r:embed="rId4"/>
          <a:stretch>
            <a:fillRect/>
          </a:stretch>
        </p:blipFill>
        <p:spPr>
          <a:xfrm>
            <a:off x="9206726" y="865285"/>
            <a:ext cx="987971" cy="493986"/>
          </a:xfrm>
          <a:prstGeom prst="rect">
            <a:avLst/>
          </a:prstGeom>
        </p:spPr>
      </p:pic>
      <p:cxnSp>
        <p:nvCxnSpPr>
          <p:cNvPr id="8" name="Straight Arrow Connector 7">
            <a:extLst>
              <a:ext uri="{FF2B5EF4-FFF2-40B4-BE49-F238E27FC236}">
                <a16:creationId xmlns:a16="http://schemas.microsoft.com/office/drawing/2014/main" id="{93766FF3-0AA3-4EC7-B334-CF8BF58485E5}"/>
              </a:ext>
            </a:extLst>
          </p:cNvPr>
          <p:cNvCxnSpPr>
            <a:stCxn id="7" idx="2"/>
          </p:cNvCxnSpPr>
          <p:nvPr/>
        </p:nvCxnSpPr>
        <p:spPr bwMode="auto">
          <a:xfrm flipH="1">
            <a:off x="9700711" y="1359271"/>
            <a:ext cx="1" cy="3519714"/>
          </a:xfrm>
          <a:prstGeom prst="straightConnector1">
            <a:avLst/>
          </a:prstGeom>
          <a:ln>
            <a:headEnd type="triangle"/>
            <a:tailEnd type="triangle"/>
          </a:ln>
        </p:spPr>
        <p:style>
          <a:lnRef idx="2">
            <a:schemeClr val="accent2"/>
          </a:lnRef>
          <a:fillRef idx="0">
            <a:schemeClr val="accent2"/>
          </a:fillRef>
          <a:effectRef idx="1">
            <a:schemeClr val="accent2"/>
          </a:effectRef>
          <a:fontRef idx="minor">
            <a:schemeClr val="tx1"/>
          </a:fontRef>
        </p:style>
      </p:cxnSp>
      <p:cxnSp>
        <p:nvCxnSpPr>
          <p:cNvPr id="9" name="Straight Arrow Connector 8">
            <a:extLst>
              <a:ext uri="{FF2B5EF4-FFF2-40B4-BE49-F238E27FC236}">
                <a16:creationId xmlns:a16="http://schemas.microsoft.com/office/drawing/2014/main" id="{DE4F6282-718B-45CC-83CA-6F587D908CFD}"/>
              </a:ext>
            </a:extLst>
          </p:cNvPr>
          <p:cNvCxnSpPr>
            <a:cxnSpLocks/>
            <a:stCxn id="6" idx="2"/>
          </p:cNvCxnSpPr>
          <p:nvPr/>
        </p:nvCxnSpPr>
        <p:spPr bwMode="auto">
          <a:xfrm>
            <a:off x="8871074" y="2563318"/>
            <a:ext cx="536885" cy="2563318"/>
          </a:xfrm>
          <a:prstGeom prst="straightConnector1">
            <a:avLst/>
          </a:prstGeom>
          <a:ln>
            <a:headEnd type="triangle"/>
            <a:tailEnd type="triangle"/>
          </a:ln>
        </p:spPr>
        <p:style>
          <a:lnRef idx="2">
            <a:schemeClr val="accent2"/>
          </a:lnRef>
          <a:fillRef idx="0">
            <a:schemeClr val="accent2"/>
          </a:fillRef>
          <a:effectRef idx="1">
            <a:schemeClr val="accent2"/>
          </a:effectRef>
          <a:fontRef idx="minor">
            <a:schemeClr val="tx1"/>
          </a:fontRef>
        </p:style>
      </p:cxnSp>
      <p:pic>
        <p:nvPicPr>
          <p:cNvPr id="10" name="Picture 4" descr="Image result for Police station">
            <a:extLst>
              <a:ext uri="{FF2B5EF4-FFF2-40B4-BE49-F238E27FC236}">
                <a16:creationId xmlns:a16="http://schemas.microsoft.com/office/drawing/2014/main" id="{EF1F50DF-35CC-41BE-A4FA-C60C7DA7058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191345" y="1156311"/>
            <a:ext cx="1637988" cy="98279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Image result for ambulance station">
            <a:extLst>
              <a:ext uri="{FF2B5EF4-FFF2-40B4-BE49-F238E27FC236}">
                <a16:creationId xmlns:a16="http://schemas.microsoft.com/office/drawing/2014/main" id="{EC2D2AE2-CBC6-46FF-AACB-8EE208672961}"/>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86966" y="4878985"/>
            <a:ext cx="2596558" cy="1947420"/>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8" descr="Image result for tow truck">
            <a:extLst>
              <a:ext uri="{FF2B5EF4-FFF2-40B4-BE49-F238E27FC236}">
                <a16:creationId xmlns:a16="http://schemas.microsoft.com/office/drawing/2014/main" id="{7769E111-F264-4929-B077-BB73E2CA5BC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549700" y="4096702"/>
            <a:ext cx="1732197" cy="97436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0" descr="Image result for ambulance">
            <a:extLst>
              <a:ext uri="{FF2B5EF4-FFF2-40B4-BE49-F238E27FC236}">
                <a16:creationId xmlns:a16="http://schemas.microsoft.com/office/drawing/2014/main" id="{2F890F46-F434-4A8A-835E-6B8729A5DD61}"/>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711545" y="5588448"/>
            <a:ext cx="1916651" cy="1078116"/>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Image result for car service station">
            <a:extLst>
              <a:ext uri="{FF2B5EF4-FFF2-40B4-BE49-F238E27FC236}">
                <a16:creationId xmlns:a16="http://schemas.microsoft.com/office/drawing/2014/main" id="{D22BBA6D-0E75-496A-8867-17C8D58E4449}"/>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91345" y="3116010"/>
            <a:ext cx="1471039" cy="980692"/>
          </a:xfrm>
          <a:prstGeom prst="rect">
            <a:avLst/>
          </a:prstGeom>
          <a:noFill/>
          <a:extLst>
            <a:ext uri="{909E8E84-426E-40DD-AFC4-6F175D3DCCD1}">
              <a14:hiddenFill xmlns:a14="http://schemas.microsoft.com/office/drawing/2010/main">
                <a:solidFill>
                  <a:srgbClr val="FFFFFF"/>
                </a:solidFill>
              </a14:hiddenFill>
            </a:ext>
          </a:extLst>
        </p:spPr>
      </p:pic>
      <p:sp>
        <p:nvSpPr>
          <p:cNvPr id="15" name="Arrow: Striped Right 14">
            <a:extLst>
              <a:ext uri="{FF2B5EF4-FFF2-40B4-BE49-F238E27FC236}">
                <a16:creationId xmlns:a16="http://schemas.microsoft.com/office/drawing/2014/main" id="{39B27C08-48D2-47AB-BDFB-9BEDF19E96E4}"/>
              </a:ext>
            </a:extLst>
          </p:cNvPr>
          <p:cNvSpPr/>
          <p:nvPr/>
        </p:nvSpPr>
        <p:spPr bwMode="auto">
          <a:xfrm>
            <a:off x="6889611" y="5428606"/>
            <a:ext cx="1169233" cy="1397799"/>
          </a:xfrm>
          <a:prstGeom prst="stripedRightArrow">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IN" sz="2400" b="0" i="0" u="none" strike="noStrike" cap="none" normalizeH="0" baseline="0" dirty="0">
              <a:ln>
                <a:noFill/>
              </a:ln>
              <a:solidFill>
                <a:schemeClr val="tx1"/>
              </a:solidFill>
              <a:effectLst/>
              <a:latin typeface="Times New Roman" pitchFamily="18" charset="0"/>
            </a:endParaRPr>
          </a:p>
        </p:txBody>
      </p:sp>
      <p:sp>
        <p:nvSpPr>
          <p:cNvPr id="16" name="Arrow: Striped Right 15">
            <a:extLst>
              <a:ext uri="{FF2B5EF4-FFF2-40B4-BE49-F238E27FC236}">
                <a16:creationId xmlns:a16="http://schemas.microsoft.com/office/drawing/2014/main" id="{E1E856B5-4E7F-4C08-B440-673251386B5B}"/>
              </a:ext>
            </a:extLst>
          </p:cNvPr>
          <p:cNvSpPr/>
          <p:nvPr/>
        </p:nvSpPr>
        <p:spPr bwMode="auto">
          <a:xfrm rot="1882970">
            <a:off x="6514562" y="4520891"/>
            <a:ext cx="1427280" cy="585501"/>
          </a:xfrm>
          <a:prstGeom prst="stripedRightArrow">
            <a:avLst/>
          </a:prstGeom>
          <a:solidFill>
            <a:srgbClr val="0070C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0" lang="en-IN" sz="2400" b="0" i="0" u="none" strike="noStrike" cap="none" normalizeH="0" baseline="0" dirty="0">
              <a:ln>
                <a:noFill/>
              </a:ln>
              <a:solidFill>
                <a:schemeClr val="tx1"/>
              </a:solidFill>
              <a:effectLst/>
              <a:latin typeface="Times New Roman" pitchFamily="18" charset="0"/>
            </a:endParaRPr>
          </a:p>
        </p:txBody>
      </p:sp>
      <p:cxnSp>
        <p:nvCxnSpPr>
          <p:cNvPr id="17" name="Straight Arrow Connector 16">
            <a:extLst>
              <a:ext uri="{FF2B5EF4-FFF2-40B4-BE49-F238E27FC236}">
                <a16:creationId xmlns:a16="http://schemas.microsoft.com/office/drawing/2014/main" id="{9F0D07FD-6D48-407D-A736-FD7381EAFF22}"/>
              </a:ext>
            </a:extLst>
          </p:cNvPr>
          <p:cNvCxnSpPr/>
          <p:nvPr/>
        </p:nvCxnSpPr>
        <p:spPr bwMode="auto">
          <a:xfrm flipH="1" flipV="1">
            <a:off x="3007158" y="1588957"/>
            <a:ext cx="2013523" cy="314794"/>
          </a:xfrm>
          <a:prstGeom prst="straightConnector1">
            <a:avLst/>
          </a:prstGeom>
          <a:solidFill>
            <a:schemeClr val="accent1"/>
          </a:solidFill>
          <a:ln w="9525" cap="flat" cmpd="sng" algn="ctr">
            <a:solidFill>
              <a:schemeClr val="tx1"/>
            </a:solidFill>
            <a:prstDash val="solid"/>
            <a:round/>
            <a:headEnd type="triangle"/>
            <a:tailEnd type="triangle"/>
          </a:ln>
          <a:effectLst>
            <a:glow rad="228600">
              <a:schemeClr val="accent6">
                <a:satMod val="175000"/>
                <a:alpha val="40000"/>
              </a:schemeClr>
            </a:glow>
          </a:effectLst>
        </p:spPr>
      </p:cxnSp>
      <p:cxnSp>
        <p:nvCxnSpPr>
          <p:cNvPr id="18" name="Straight Arrow Connector 17">
            <a:extLst>
              <a:ext uri="{FF2B5EF4-FFF2-40B4-BE49-F238E27FC236}">
                <a16:creationId xmlns:a16="http://schemas.microsoft.com/office/drawing/2014/main" id="{18BFF052-2C47-402B-8684-8E1E7AB49BF1}"/>
              </a:ext>
            </a:extLst>
          </p:cNvPr>
          <p:cNvCxnSpPr>
            <a:stCxn id="4" idx="1"/>
          </p:cNvCxnSpPr>
          <p:nvPr/>
        </p:nvCxnSpPr>
        <p:spPr bwMode="auto">
          <a:xfrm flipH="1">
            <a:off x="2829333" y="2349117"/>
            <a:ext cx="2191348" cy="978699"/>
          </a:xfrm>
          <a:prstGeom prst="straightConnector1">
            <a:avLst/>
          </a:prstGeom>
          <a:solidFill>
            <a:schemeClr val="accent1"/>
          </a:solidFill>
          <a:ln w="9525" cap="flat" cmpd="sng" algn="ctr">
            <a:solidFill>
              <a:schemeClr val="tx1"/>
            </a:solidFill>
            <a:prstDash val="solid"/>
            <a:round/>
            <a:headEnd type="triangle"/>
            <a:tailEnd type="triangle"/>
          </a:ln>
          <a:effectLst>
            <a:glow rad="228600">
              <a:schemeClr val="accent6">
                <a:satMod val="175000"/>
                <a:alpha val="40000"/>
              </a:schemeClr>
            </a:glow>
          </a:effectLst>
        </p:spPr>
      </p:cxnSp>
      <p:cxnSp>
        <p:nvCxnSpPr>
          <p:cNvPr id="19" name="Straight Arrow Connector 18">
            <a:extLst>
              <a:ext uri="{FF2B5EF4-FFF2-40B4-BE49-F238E27FC236}">
                <a16:creationId xmlns:a16="http://schemas.microsoft.com/office/drawing/2014/main" id="{CDED9ED1-387D-448E-818A-F69D95C69609}"/>
              </a:ext>
            </a:extLst>
          </p:cNvPr>
          <p:cNvCxnSpPr>
            <a:cxnSpLocks/>
          </p:cNvCxnSpPr>
          <p:nvPr/>
        </p:nvCxnSpPr>
        <p:spPr bwMode="auto">
          <a:xfrm>
            <a:off x="2701577" y="3690273"/>
            <a:ext cx="1656829" cy="419826"/>
          </a:xfrm>
          <a:prstGeom prst="straightConnector1">
            <a:avLst/>
          </a:prstGeom>
          <a:ln>
            <a:headEnd type="triangle"/>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a:extLst>
              <a:ext uri="{FF2B5EF4-FFF2-40B4-BE49-F238E27FC236}">
                <a16:creationId xmlns:a16="http://schemas.microsoft.com/office/drawing/2014/main" id="{2E1933C8-C2BF-4E53-B3B2-BF2C69DD3000}"/>
              </a:ext>
            </a:extLst>
          </p:cNvPr>
          <p:cNvCxnSpPr/>
          <p:nvPr/>
        </p:nvCxnSpPr>
        <p:spPr bwMode="auto">
          <a:xfrm flipH="1">
            <a:off x="3105698" y="3116010"/>
            <a:ext cx="2045743" cy="1590902"/>
          </a:xfrm>
          <a:prstGeom prst="straightConnector1">
            <a:avLst/>
          </a:prstGeom>
          <a:solidFill>
            <a:schemeClr val="accent1"/>
          </a:solidFill>
          <a:ln w="9525" cap="flat" cmpd="sng" algn="ctr">
            <a:solidFill>
              <a:schemeClr val="tx1"/>
            </a:solidFill>
            <a:prstDash val="solid"/>
            <a:round/>
            <a:headEnd type="triangle"/>
            <a:tailEnd type="triangle"/>
          </a:ln>
          <a:effectLst>
            <a:glow rad="228600">
              <a:schemeClr val="accent6">
                <a:satMod val="175000"/>
                <a:alpha val="40000"/>
              </a:schemeClr>
            </a:glow>
          </a:effectLst>
        </p:spPr>
      </p:cxnSp>
    </p:spTree>
    <p:extLst>
      <p:ext uri="{BB962C8B-B14F-4D97-AF65-F5344CB8AC3E}">
        <p14:creationId xmlns:p14="http://schemas.microsoft.com/office/powerpoint/2010/main" val="1013466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
                                        </p:tgtEl>
                                        <p:attrNameLst>
                                          <p:attrName>style.visibility</p:attrName>
                                        </p:attrNameLst>
                                      </p:cBhvr>
                                      <p:to>
                                        <p:strVal val="visible"/>
                                      </p:to>
                                    </p:set>
                                    <p:anim calcmode="lin" valueType="num">
                                      <p:cBhvr additive="base">
                                        <p:cTn id="15" dur="500" fill="hold"/>
                                        <p:tgtEl>
                                          <p:spTgt spid="9"/>
                                        </p:tgtEl>
                                        <p:attrNameLst>
                                          <p:attrName>ppt_x</p:attrName>
                                        </p:attrNameLst>
                                      </p:cBhvr>
                                      <p:tavLst>
                                        <p:tav tm="0">
                                          <p:val>
                                            <p:strVal val="#ppt_x"/>
                                          </p:val>
                                        </p:tav>
                                        <p:tav tm="100000">
                                          <p:val>
                                            <p:strVal val="#ppt_x"/>
                                          </p:val>
                                        </p:tav>
                                      </p:tavLst>
                                    </p:anim>
                                    <p:anim calcmode="lin" valueType="num">
                                      <p:cBhvr additive="base">
                                        <p:cTn id="16" dur="500" fill="hold"/>
                                        <p:tgtEl>
                                          <p:spTgt spid="9"/>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ppt_x</p:attrName>
                                        </p:attrNameLst>
                                      </p:cBhvr>
                                      <p:tavLst>
                                        <p:tav tm="0">
                                          <p:val>
                                            <p:strVal val="#ppt_x"/>
                                          </p:val>
                                        </p:tav>
                                        <p:tav tm="100000">
                                          <p:val>
                                            <p:strVal val="#ppt_x"/>
                                          </p:val>
                                        </p:tav>
                                      </p:tavLst>
                                    </p:anim>
                                    <p:anim calcmode="lin" valueType="num">
                                      <p:cBhvr additive="base">
                                        <p:cTn id="2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 calcmode="lin" valueType="num">
                                      <p:cBhvr additive="base">
                                        <p:cTn id="33" dur="500" fill="hold"/>
                                        <p:tgtEl>
                                          <p:spTgt spid="5"/>
                                        </p:tgtEl>
                                        <p:attrNameLst>
                                          <p:attrName>ppt_x</p:attrName>
                                        </p:attrNameLst>
                                      </p:cBhvr>
                                      <p:tavLst>
                                        <p:tav tm="0">
                                          <p:val>
                                            <p:strVal val="#ppt_x"/>
                                          </p:val>
                                        </p:tav>
                                        <p:tav tm="100000">
                                          <p:val>
                                            <p:strVal val="#ppt_x"/>
                                          </p:val>
                                        </p:tav>
                                      </p:tavLst>
                                    </p:anim>
                                    <p:anim calcmode="lin" valueType="num">
                                      <p:cBhvr additive="base">
                                        <p:cTn id="3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 calcmode="lin" valueType="num">
                                      <p:cBhvr additive="base">
                                        <p:cTn id="39" dur="500" fill="hold"/>
                                        <p:tgtEl>
                                          <p:spTgt spid="10"/>
                                        </p:tgtEl>
                                        <p:attrNameLst>
                                          <p:attrName>ppt_x</p:attrName>
                                        </p:attrNameLst>
                                      </p:cBhvr>
                                      <p:tavLst>
                                        <p:tav tm="0">
                                          <p:val>
                                            <p:strVal val="#ppt_x"/>
                                          </p:val>
                                        </p:tav>
                                        <p:tav tm="100000">
                                          <p:val>
                                            <p:strVal val="#ppt_x"/>
                                          </p:val>
                                        </p:tav>
                                      </p:tavLst>
                                    </p:anim>
                                    <p:anim calcmode="lin" valueType="num">
                                      <p:cBhvr additive="base">
                                        <p:cTn id="40" dur="500" fill="hold"/>
                                        <p:tgtEl>
                                          <p:spTgt spid="10"/>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11"/>
                                        </p:tgtEl>
                                        <p:attrNameLst>
                                          <p:attrName>style.visibility</p:attrName>
                                        </p:attrNameLst>
                                      </p:cBhvr>
                                      <p:to>
                                        <p:strVal val="visible"/>
                                      </p:to>
                                    </p:set>
                                    <p:anim calcmode="lin" valueType="num">
                                      <p:cBhvr additive="base">
                                        <p:cTn id="47" dur="500" fill="hold"/>
                                        <p:tgtEl>
                                          <p:spTgt spid="11"/>
                                        </p:tgtEl>
                                        <p:attrNameLst>
                                          <p:attrName>ppt_x</p:attrName>
                                        </p:attrNameLst>
                                      </p:cBhvr>
                                      <p:tavLst>
                                        <p:tav tm="0">
                                          <p:val>
                                            <p:strVal val="#ppt_x"/>
                                          </p:val>
                                        </p:tav>
                                        <p:tav tm="100000">
                                          <p:val>
                                            <p:strVal val="#ppt_x"/>
                                          </p:val>
                                        </p:tav>
                                      </p:tavLst>
                                    </p:anim>
                                    <p:anim calcmode="lin" valueType="num">
                                      <p:cBhvr additive="base">
                                        <p:cTn id="4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17"/>
                                        </p:tgtEl>
                                        <p:attrNameLst>
                                          <p:attrName>style.visibility</p:attrName>
                                        </p:attrNameLst>
                                      </p:cBhvr>
                                      <p:to>
                                        <p:strVal val="visible"/>
                                      </p:to>
                                    </p:set>
                                    <p:anim calcmode="lin" valueType="num">
                                      <p:cBhvr additive="base">
                                        <p:cTn id="53" dur="500" fill="hold"/>
                                        <p:tgtEl>
                                          <p:spTgt spid="17"/>
                                        </p:tgtEl>
                                        <p:attrNameLst>
                                          <p:attrName>ppt_x</p:attrName>
                                        </p:attrNameLst>
                                      </p:cBhvr>
                                      <p:tavLst>
                                        <p:tav tm="0">
                                          <p:val>
                                            <p:strVal val="#ppt_x"/>
                                          </p:val>
                                        </p:tav>
                                        <p:tav tm="100000">
                                          <p:val>
                                            <p:strVal val="#ppt_x"/>
                                          </p:val>
                                        </p:tav>
                                      </p:tavLst>
                                    </p:anim>
                                    <p:anim calcmode="lin" valueType="num">
                                      <p:cBhvr additive="base">
                                        <p:cTn id="54" dur="500" fill="hold"/>
                                        <p:tgtEl>
                                          <p:spTgt spid="17"/>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18"/>
                                        </p:tgtEl>
                                        <p:attrNameLst>
                                          <p:attrName>style.visibility</p:attrName>
                                        </p:attrNameLst>
                                      </p:cBhvr>
                                      <p:to>
                                        <p:strVal val="visible"/>
                                      </p:to>
                                    </p:set>
                                    <p:anim calcmode="lin" valueType="num">
                                      <p:cBhvr additive="base">
                                        <p:cTn id="57" dur="500" fill="hold"/>
                                        <p:tgtEl>
                                          <p:spTgt spid="18"/>
                                        </p:tgtEl>
                                        <p:attrNameLst>
                                          <p:attrName>ppt_x</p:attrName>
                                        </p:attrNameLst>
                                      </p:cBhvr>
                                      <p:tavLst>
                                        <p:tav tm="0">
                                          <p:val>
                                            <p:strVal val="#ppt_x"/>
                                          </p:val>
                                        </p:tav>
                                        <p:tav tm="100000">
                                          <p:val>
                                            <p:strVal val="#ppt_x"/>
                                          </p:val>
                                        </p:tav>
                                      </p:tavLst>
                                    </p:anim>
                                    <p:anim calcmode="lin" valueType="num">
                                      <p:cBhvr additive="base">
                                        <p:cTn id="58" dur="500" fill="hold"/>
                                        <p:tgtEl>
                                          <p:spTgt spid="18"/>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20"/>
                                        </p:tgtEl>
                                        <p:attrNameLst>
                                          <p:attrName>style.visibility</p:attrName>
                                        </p:attrNameLst>
                                      </p:cBhvr>
                                      <p:to>
                                        <p:strVal val="visible"/>
                                      </p:to>
                                    </p:set>
                                    <p:anim calcmode="lin" valueType="num">
                                      <p:cBhvr additive="base">
                                        <p:cTn id="61" dur="500" fill="hold"/>
                                        <p:tgtEl>
                                          <p:spTgt spid="20"/>
                                        </p:tgtEl>
                                        <p:attrNameLst>
                                          <p:attrName>ppt_x</p:attrName>
                                        </p:attrNameLst>
                                      </p:cBhvr>
                                      <p:tavLst>
                                        <p:tav tm="0">
                                          <p:val>
                                            <p:strVal val="#ppt_x"/>
                                          </p:val>
                                        </p:tav>
                                        <p:tav tm="100000">
                                          <p:val>
                                            <p:strVal val="#ppt_x"/>
                                          </p:val>
                                        </p:tav>
                                      </p:tavLst>
                                    </p:anim>
                                    <p:anim calcmode="lin" valueType="num">
                                      <p:cBhvr additive="base">
                                        <p:cTn id="62" dur="500" fill="hold"/>
                                        <p:tgtEl>
                                          <p:spTgt spid="20"/>
                                        </p:tgtEl>
                                        <p:attrNameLst>
                                          <p:attrName>ppt_y</p:attrName>
                                        </p:attrNameLst>
                                      </p:cBhvr>
                                      <p:tavLst>
                                        <p:tav tm="0">
                                          <p:val>
                                            <p:strVal val="1+#ppt_h/2"/>
                                          </p:val>
                                        </p:tav>
                                        <p:tav tm="100000">
                                          <p:val>
                                            <p:strVal val="#ppt_y"/>
                                          </p:val>
                                        </p:tav>
                                      </p:tavLst>
                                    </p:anim>
                                  </p:childTnLst>
                                </p:cTn>
                              </p:par>
                              <p:par>
                                <p:cTn id="63" presetID="42" presetClass="entr" presetSubtype="0" fill="hold" nodeType="with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fade">
                                      <p:cBhvr>
                                        <p:cTn id="65" dur="1000"/>
                                        <p:tgtEl>
                                          <p:spTgt spid="13"/>
                                        </p:tgtEl>
                                      </p:cBhvr>
                                    </p:animEffect>
                                    <p:anim calcmode="lin" valueType="num">
                                      <p:cBhvr>
                                        <p:cTn id="66" dur="1000" fill="hold"/>
                                        <p:tgtEl>
                                          <p:spTgt spid="13"/>
                                        </p:tgtEl>
                                        <p:attrNameLst>
                                          <p:attrName>ppt_x</p:attrName>
                                        </p:attrNameLst>
                                      </p:cBhvr>
                                      <p:tavLst>
                                        <p:tav tm="0">
                                          <p:val>
                                            <p:strVal val="#ppt_x"/>
                                          </p:val>
                                        </p:tav>
                                        <p:tav tm="100000">
                                          <p:val>
                                            <p:strVal val="#ppt_x"/>
                                          </p:val>
                                        </p:tav>
                                      </p:tavLst>
                                    </p:anim>
                                    <p:anim calcmode="lin" valueType="num">
                                      <p:cBhvr>
                                        <p:cTn id="6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1" presetClass="entr" presetSubtype="1" fill="hold" nodeType="clickEffect">
                                  <p:stCondLst>
                                    <p:cond delay="0"/>
                                  </p:stCondLst>
                                  <p:childTnLst>
                                    <p:set>
                                      <p:cBhvr>
                                        <p:cTn id="71" dur="1" fill="hold">
                                          <p:stCondLst>
                                            <p:cond delay="0"/>
                                          </p:stCondLst>
                                        </p:cTn>
                                        <p:tgtEl>
                                          <p:spTgt spid="19"/>
                                        </p:tgtEl>
                                        <p:attrNameLst>
                                          <p:attrName>style.visibility</p:attrName>
                                        </p:attrNameLst>
                                      </p:cBhvr>
                                      <p:to>
                                        <p:strVal val="visible"/>
                                      </p:to>
                                    </p:set>
                                    <p:animEffect transition="in" filter="wheel(1)">
                                      <p:cBhvr>
                                        <p:cTn id="72" dur="2000"/>
                                        <p:tgtEl>
                                          <p:spTgt spid="19"/>
                                        </p:tgtEl>
                                      </p:cBhvr>
                                    </p:animEffect>
                                  </p:childTnLst>
                                </p:cTn>
                              </p:par>
                              <p:par>
                                <p:cTn id="73" presetID="21" presetClass="entr" presetSubtype="1" fill="hold" nodeType="withEffect">
                                  <p:stCondLst>
                                    <p:cond delay="0"/>
                                  </p:stCondLst>
                                  <p:childTnLst>
                                    <p:set>
                                      <p:cBhvr>
                                        <p:cTn id="74" dur="1" fill="hold">
                                          <p:stCondLst>
                                            <p:cond delay="0"/>
                                          </p:stCondLst>
                                        </p:cTn>
                                        <p:tgtEl>
                                          <p:spTgt spid="12"/>
                                        </p:tgtEl>
                                        <p:attrNameLst>
                                          <p:attrName>style.visibility</p:attrName>
                                        </p:attrNameLst>
                                      </p:cBhvr>
                                      <p:to>
                                        <p:strVal val="visible"/>
                                      </p:to>
                                    </p:set>
                                    <p:animEffect transition="in" filter="wheel(1)">
                                      <p:cBhvr>
                                        <p:cTn id="75" dur="2000"/>
                                        <p:tgtEl>
                                          <p:spTgt spid="12"/>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fade">
                                      <p:cBhvr>
                                        <p:cTn id="80" dur="500"/>
                                        <p:tgtEl>
                                          <p:spTgt spid="16"/>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15"/>
                                        </p:tgtEl>
                                        <p:attrNameLst>
                                          <p:attrName>style.visibility</p:attrName>
                                        </p:attrNameLst>
                                      </p:cBhvr>
                                      <p:to>
                                        <p:strVal val="visible"/>
                                      </p:to>
                                    </p:set>
                                    <p:animEffect transition="in" filter="fade">
                                      <p:cBhvr>
                                        <p:cTn id="8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7A6D5-5532-43CA-8961-BCD129F815A9}"/>
              </a:ext>
            </a:extLst>
          </p:cNvPr>
          <p:cNvSpPr>
            <a:spLocks noGrp="1"/>
          </p:cNvSpPr>
          <p:nvPr>
            <p:ph type="title"/>
          </p:nvPr>
        </p:nvSpPr>
        <p:spPr>
          <a:xfrm>
            <a:off x="1141413" y="618518"/>
            <a:ext cx="9905998" cy="971743"/>
          </a:xfrm>
        </p:spPr>
        <p:txBody>
          <a:bodyPr/>
          <a:lstStyle/>
          <a:p>
            <a:r>
              <a:rPr lang="en-US" dirty="0"/>
              <a:t>embedded computers and </a:t>
            </a:r>
            <a:r>
              <a:rPr lang="en-US" dirty="0" err="1"/>
              <a:t>Iot</a:t>
            </a:r>
            <a:endParaRPr lang="en-IN" dirty="0"/>
          </a:p>
        </p:txBody>
      </p:sp>
      <p:sp>
        <p:nvSpPr>
          <p:cNvPr id="5" name="Speech Bubble: Oval 4">
            <a:extLst>
              <a:ext uri="{FF2B5EF4-FFF2-40B4-BE49-F238E27FC236}">
                <a16:creationId xmlns:a16="http://schemas.microsoft.com/office/drawing/2014/main" id="{4E1E4F5F-513A-4A71-B035-F54AAC0BBCE1}"/>
              </a:ext>
            </a:extLst>
          </p:cNvPr>
          <p:cNvSpPr/>
          <p:nvPr/>
        </p:nvSpPr>
        <p:spPr>
          <a:xfrm>
            <a:off x="2088107" y="1433015"/>
            <a:ext cx="8065827" cy="4353636"/>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dirty="0"/>
              <a:t>A Question for Discussion </a:t>
            </a:r>
          </a:p>
          <a:p>
            <a:pPr algn="ctr"/>
            <a:r>
              <a:rPr lang="en-US" sz="3600" dirty="0"/>
              <a:t>What is the relationship between </a:t>
            </a:r>
          </a:p>
          <a:p>
            <a:pPr algn="ctr"/>
            <a:r>
              <a:rPr lang="en-US" sz="3600" dirty="0" err="1"/>
              <a:t>Embeded</a:t>
            </a:r>
            <a:r>
              <a:rPr lang="en-US" sz="3600" dirty="0"/>
              <a:t> Computers and IoT</a:t>
            </a:r>
            <a:endParaRPr lang="en-IN" sz="3600" dirty="0"/>
          </a:p>
        </p:txBody>
      </p:sp>
    </p:spTree>
    <p:extLst>
      <p:ext uri="{BB962C8B-B14F-4D97-AF65-F5344CB8AC3E}">
        <p14:creationId xmlns:p14="http://schemas.microsoft.com/office/powerpoint/2010/main" val="2549757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8C45C-E3FA-4415-8DBA-6A8FE12D6259}"/>
              </a:ext>
            </a:extLst>
          </p:cNvPr>
          <p:cNvSpPr>
            <a:spLocks noGrp="1"/>
          </p:cNvSpPr>
          <p:nvPr>
            <p:ph type="title"/>
          </p:nvPr>
        </p:nvSpPr>
        <p:spPr>
          <a:xfrm>
            <a:off x="1143001" y="181196"/>
            <a:ext cx="9905998" cy="693447"/>
          </a:xfrm>
        </p:spPr>
        <p:txBody>
          <a:bodyPr/>
          <a:lstStyle/>
          <a:p>
            <a:r>
              <a:rPr lang="en-US" dirty="0"/>
              <a:t>History of </a:t>
            </a:r>
            <a:r>
              <a:rPr lang="en-US" dirty="0" err="1"/>
              <a:t>Iot</a:t>
            </a:r>
            <a:endParaRPr lang="en-IN" dirty="0"/>
          </a:p>
        </p:txBody>
      </p:sp>
      <p:sp>
        <p:nvSpPr>
          <p:cNvPr id="4" name="TextBox 3">
            <a:extLst>
              <a:ext uri="{FF2B5EF4-FFF2-40B4-BE49-F238E27FC236}">
                <a16:creationId xmlns:a16="http://schemas.microsoft.com/office/drawing/2014/main" id="{7B60407E-A610-4905-8CDB-D647E9E1D786}"/>
              </a:ext>
            </a:extLst>
          </p:cNvPr>
          <p:cNvSpPr txBox="1"/>
          <p:nvPr/>
        </p:nvSpPr>
        <p:spPr>
          <a:xfrm>
            <a:off x="1818860" y="1120673"/>
            <a:ext cx="7921487" cy="369332"/>
          </a:xfrm>
          <a:prstGeom prst="rect">
            <a:avLst/>
          </a:prstGeom>
          <a:noFill/>
        </p:spPr>
        <p:txBody>
          <a:bodyPr wrap="square">
            <a:spAutoFit/>
          </a:bodyPr>
          <a:lstStyle/>
          <a:p>
            <a:r>
              <a:rPr lang="en-IN" dirty="0">
                <a:hlinkClick r:id="rId2"/>
              </a:rPr>
              <a:t>https://www.postscapes.com/iot-history/</a:t>
            </a:r>
            <a:endParaRPr lang="en-IN" dirty="0"/>
          </a:p>
        </p:txBody>
      </p:sp>
      <p:graphicFrame>
        <p:nvGraphicFramePr>
          <p:cNvPr id="5" name="Diagram 4">
            <a:extLst>
              <a:ext uri="{FF2B5EF4-FFF2-40B4-BE49-F238E27FC236}">
                <a16:creationId xmlns:a16="http://schemas.microsoft.com/office/drawing/2014/main" id="{C40799D8-9CEA-4C67-8699-F677399EB3D6}"/>
              </a:ext>
            </a:extLst>
          </p:cNvPr>
          <p:cNvGraphicFramePr/>
          <p:nvPr>
            <p:extLst>
              <p:ext uri="{D42A27DB-BD31-4B8C-83A1-F6EECF244321}">
                <p14:modId xmlns:p14="http://schemas.microsoft.com/office/powerpoint/2010/main" val="2866201586"/>
              </p:ext>
            </p:extLst>
          </p:nvPr>
        </p:nvGraphicFramePr>
        <p:xfrm>
          <a:off x="874643" y="719666"/>
          <a:ext cx="10508973" cy="52173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228672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DD1257-BE3E-4059-A519-EB346A7570B8}"/>
              </a:ext>
            </a:extLst>
          </p:cNvPr>
          <p:cNvSpPr>
            <a:spLocks noGrp="1"/>
          </p:cNvSpPr>
          <p:nvPr>
            <p:ph type="title"/>
          </p:nvPr>
        </p:nvSpPr>
        <p:spPr/>
        <p:txBody>
          <a:bodyPr/>
          <a:lstStyle/>
          <a:p>
            <a:r>
              <a:rPr lang="en-US" dirty="0"/>
              <a:t>What was the first </a:t>
            </a:r>
            <a:r>
              <a:rPr lang="en-US" dirty="0" err="1"/>
              <a:t>iot</a:t>
            </a:r>
            <a:r>
              <a:rPr lang="en-US" dirty="0"/>
              <a:t> device</a:t>
            </a:r>
            <a:endParaRPr lang="en-IN" dirty="0"/>
          </a:p>
        </p:txBody>
      </p:sp>
      <p:sp>
        <p:nvSpPr>
          <p:cNvPr id="4" name="TextBox 3">
            <a:extLst>
              <a:ext uri="{FF2B5EF4-FFF2-40B4-BE49-F238E27FC236}">
                <a16:creationId xmlns:a16="http://schemas.microsoft.com/office/drawing/2014/main" id="{1908504C-45B3-49EE-9DAE-CD3F8DFE3209}"/>
              </a:ext>
            </a:extLst>
          </p:cNvPr>
          <p:cNvSpPr txBox="1"/>
          <p:nvPr/>
        </p:nvSpPr>
        <p:spPr>
          <a:xfrm>
            <a:off x="6449394" y="1832874"/>
            <a:ext cx="4231618" cy="2585323"/>
          </a:xfrm>
          <a:prstGeom prst="rect">
            <a:avLst/>
          </a:prstGeom>
          <a:noFill/>
        </p:spPr>
        <p:txBody>
          <a:bodyPr wrap="square">
            <a:spAutoFit/>
          </a:bodyPr>
          <a:lstStyle/>
          <a:p>
            <a:pPr algn="just"/>
            <a:r>
              <a:rPr lang="en-US" b="0" i="0" dirty="0">
                <a:solidFill>
                  <a:srgbClr val="404040"/>
                </a:solidFill>
                <a:effectLst/>
                <a:latin typeface="Roboto"/>
              </a:rPr>
              <a:t>One of the first examples of an Internet of Things is from the early 1982s, and was a Coca Cola machine, located at the Carnegie Melon University. Local programmers would connect by Internet to the refrigerated appliance, and check to see if there was a drink available, and if it was cold, before making the trip.</a:t>
            </a:r>
            <a:endParaRPr lang="en-IN" dirty="0"/>
          </a:p>
        </p:txBody>
      </p:sp>
      <p:pic>
        <p:nvPicPr>
          <p:cNvPr id="2050" name="Picture 2">
            <a:extLst>
              <a:ext uri="{FF2B5EF4-FFF2-40B4-BE49-F238E27FC236}">
                <a16:creationId xmlns:a16="http://schemas.microsoft.com/office/drawing/2014/main" id="{80D94642-2C6B-4F2B-A061-C230687141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3729" y="2000249"/>
            <a:ext cx="4718879" cy="35391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18619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ED32B-E386-4926-B470-BD16187D8031}"/>
              </a:ext>
            </a:extLst>
          </p:cNvPr>
          <p:cNvSpPr>
            <a:spLocks noGrp="1"/>
          </p:cNvSpPr>
          <p:nvPr>
            <p:ph type="title"/>
          </p:nvPr>
        </p:nvSpPr>
        <p:spPr>
          <a:xfrm>
            <a:off x="1143001" y="2529205"/>
            <a:ext cx="9905998" cy="1155691"/>
          </a:xfrm>
        </p:spPr>
        <p:txBody>
          <a:bodyPr/>
          <a:lstStyle/>
          <a:p>
            <a:r>
              <a:rPr lang="en-US" dirty="0"/>
              <a:t>Structure Of Internet</a:t>
            </a:r>
            <a:endParaRPr lang="en-IN" dirty="0"/>
          </a:p>
        </p:txBody>
      </p:sp>
    </p:spTree>
    <p:extLst>
      <p:ext uri="{BB962C8B-B14F-4D97-AF65-F5344CB8AC3E}">
        <p14:creationId xmlns:p14="http://schemas.microsoft.com/office/powerpoint/2010/main" val="28665752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3094D-1599-4104-8527-852BFD3DC826}"/>
              </a:ext>
            </a:extLst>
          </p:cNvPr>
          <p:cNvSpPr>
            <a:spLocks noGrp="1"/>
          </p:cNvSpPr>
          <p:nvPr>
            <p:ph type="title"/>
          </p:nvPr>
        </p:nvSpPr>
        <p:spPr>
          <a:xfrm>
            <a:off x="1141413" y="618518"/>
            <a:ext cx="9905998" cy="923679"/>
          </a:xfrm>
        </p:spPr>
        <p:txBody>
          <a:bodyPr/>
          <a:lstStyle/>
          <a:p>
            <a:r>
              <a:rPr lang="en-US" dirty="0"/>
              <a:t>What is </a:t>
            </a:r>
            <a:r>
              <a:rPr lang="en-US" dirty="0" err="1"/>
              <a:t>aN</a:t>
            </a:r>
            <a:r>
              <a:rPr lang="en-US" dirty="0"/>
              <a:t> IP Address</a:t>
            </a:r>
            <a:endParaRPr lang="en-IN" dirty="0"/>
          </a:p>
        </p:txBody>
      </p:sp>
      <p:sp>
        <p:nvSpPr>
          <p:cNvPr id="3" name="TextBox 2">
            <a:extLst>
              <a:ext uri="{FF2B5EF4-FFF2-40B4-BE49-F238E27FC236}">
                <a16:creationId xmlns:a16="http://schemas.microsoft.com/office/drawing/2014/main" id="{479C6A86-EA34-4D28-98E3-04D60BBB1DAA}"/>
              </a:ext>
            </a:extLst>
          </p:cNvPr>
          <p:cNvSpPr txBox="1"/>
          <p:nvPr/>
        </p:nvSpPr>
        <p:spPr>
          <a:xfrm>
            <a:off x="879829" y="2288823"/>
            <a:ext cx="10167582" cy="1754326"/>
          </a:xfrm>
          <a:prstGeom prst="rect">
            <a:avLst/>
          </a:prstGeom>
          <a:noFill/>
          <a:ln>
            <a:solidFill>
              <a:srgbClr val="FF0000"/>
            </a:solidFill>
          </a:ln>
        </p:spPr>
        <p:txBody>
          <a:bodyPr wrap="square" rtlCol="0">
            <a:spAutoFit/>
          </a:bodyPr>
          <a:lstStyle/>
          <a:p>
            <a:pPr algn="just"/>
            <a:r>
              <a:rPr lang="en-US" dirty="0"/>
              <a:t>IF we need to send/receive  letters of parcels or make and receive phone calls we need  we need an address.  For parcels and letters we called it mailing address. For phones we call it Phone number or mobile number. </a:t>
            </a:r>
            <a:br>
              <a:rPr lang="en-US" dirty="0"/>
            </a:br>
            <a:br>
              <a:rPr lang="en-US" dirty="0"/>
            </a:br>
            <a:r>
              <a:rPr lang="en-US" dirty="0"/>
              <a:t>Very similarly for computers to exchange any kind of data they too need a number, similar to mobile number. That is called IP address.  It appears in the form 10.30.45.69.  Let us discuss how these address are formed.</a:t>
            </a:r>
            <a:endParaRPr lang="en-IN" dirty="0"/>
          </a:p>
        </p:txBody>
      </p:sp>
    </p:spTree>
    <p:extLst>
      <p:ext uri="{BB962C8B-B14F-4D97-AF65-F5344CB8AC3E}">
        <p14:creationId xmlns:p14="http://schemas.microsoft.com/office/powerpoint/2010/main" val="3900048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9D7ED-479B-409B-BEB4-51FB4ED9B9E8}"/>
              </a:ext>
            </a:extLst>
          </p:cNvPr>
          <p:cNvSpPr txBox="1">
            <a:spLocks/>
          </p:cNvSpPr>
          <p:nvPr/>
        </p:nvSpPr>
        <p:spPr>
          <a:xfrm>
            <a:off x="1141413" y="618518"/>
            <a:ext cx="9905998" cy="678019"/>
          </a:xfrm>
          <a:prstGeom prst="rect">
            <a:avLst/>
          </a:prstGeom>
        </p:spPr>
        <p:txBody>
          <a:bodyPr/>
          <a:lstStyle>
            <a:lvl1pPr algn="l" defTabSz="914400" rtl="0" eaLnBrk="1" latinLnBrk="0" hangingPunct="1">
              <a:lnSpc>
                <a:spcPct val="90000"/>
              </a:lnSpc>
              <a:spcBef>
                <a:spcPct val="0"/>
              </a:spcBef>
              <a:buNone/>
              <a:defRPr sz="3600" kern="1200" cap="all" baseline="0">
                <a:solidFill>
                  <a:schemeClr val="tx1"/>
                </a:solidFill>
                <a:effectLst>
                  <a:outerShdw blurRad="177800" dist="38100" dir="2700000" algn="tl">
                    <a:srgbClr val="000000">
                      <a:alpha val="24000"/>
                    </a:srgbClr>
                  </a:outerShdw>
                </a:effectLst>
                <a:latin typeface="+mj-lt"/>
                <a:ea typeface="+mj-ea"/>
                <a:cs typeface="+mj-cs"/>
              </a:defRPr>
            </a:lvl1pPr>
          </a:lstStyle>
          <a:p>
            <a:r>
              <a:rPr lang="en-US" dirty="0"/>
              <a:t>Internet Protocol Address</a:t>
            </a:r>
            <a:endParaRPr lang="en-IN" dirty="0"/>
          </a:p>
        </p:txBody>
      </p:sp>
      <p:graphicFrame>
        <p:nvGraphicFramePr>
          <p:cNvPr id="3" name="Diagram 2">
            <a:extLst>
              <a:ext uri="{FF2B5EF4-FFF2-40B4-BE49-F238E27FC236}">
                <a16:creationId xmlns:a16="http://schemas.microsoft.com/office/drawing/2014/main" id="{AE24D865-B017-465D-B245-153A51AE79A6}"/>
              </a:ext>
            </a:extLst>
          </p:cNvPr>
          <p:cNvGraphicFramePr/>
          <p:nvPr>
            <p:extLst>
              <p:ext uri="{D42A27DB-BD31-4B8C-83A1-F6EECF244321}">
                <p14:modId xmlns:p14="http://schemas.microsoft.com/office/powerpoint/2010/main" val="4027112865"/>
              </p:ext>
            </p:extLst>
          </p:nvPr>
        </p:nvGraphicFramePr>
        <p:xfrm>
          <a:off x="1141413" y="1156397"/>
          <a:ext cx="10117989" cy="53672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590750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C12CA-A88D-48FE-BA44-8D3C57ED8B99}"/>
              </a:ext>
            </a:extLst>
          </p:cNvPr>
          <p:cNvSpPr>
            <a:spLocks noGrp="1"/>
          </p:cNvSpPr>
          <p:nvPr>
            <p:ph type="title"/>
          </p:nvPr>
        </p:nvSpPr>
        <p:spPr>
          <a:xfrm>
            <a:off x="1143001" y="181790"/>
            <a:ext cx="9905998" cy="800849"/>
          </a:xfrm>
        </p:spPr>
        <p:txBody>
          <a:bodyPr/>
          <a:lstStyle/>
          <a:p>
            <a:r>
              <a:rPr lang="en-US" dirty="0"/>
              <a:t>Little more deep into IP address</a:t>
            </a:r>
            <a:endParaRPr lang="en-IN" dirty="0"/>
          </a:p>
        </p:txBody>
      </p:sp>
      <p:sp>
        <p:nvSpPr>
          <p:cNvPr id="3" name="TextBox 2">
            <a:extLst>
              <a:ext uri="{FF2B5EF4-FFF2-40B4-BE49-F238E27FC236}">
                <a16:creationId xmlns:a16="http://schemas.microsoft.com/office/drawing/2014/main" id="{8B4C077E-0CE2-4864-9E38-90356F4B1413}"/>
              </a:ext>
            </a:extLst>
          </p:cNvPr>
          <p:cNvSpPr txBox="1"/>
          <p:nvPr/>
        </p:nvSpPr>
        <p:spPr>
          <a:xfrm>
            <a:off x="1023582" y="1023582"/>
            <a:ext cx="9905998" cy="1754326"/>
          </a:xfrm>
          <a:prstGeom prst="rect">
            <a:avLst/>
          </a:prstGeom>
          <a:noFill/>
          <a:ln>
            <a:solidFill>
              <a:srgbClr val="FF0000"/>
            </a:solidFill>
          </a:ln>
        </p:spPr>
        <p:txBody>
          <a:bodyPr wrap="square" rtlCol="0">
            <a:spAutoFit/>
          </a:bodyPr>
          <a:lstStyle/>
          <a:p>
            <a:r>
              <a:rPr lang="en-US" dirty="0"/>
              <a:t>Every house or building we build on land will two address</a:t>
            </a:r>
          </a:p>
          <a:p>
            <a:pPr marL="342900" indent="-342900">
              <a:buAutoNum type="arabicPeriod"/>
            </a:pPr>
            <a:r>
              <a:rPr lang="en-US" dirty="0"/>
              <a:t>Physical address  (Defined by Longitude and Latitude)       (Cannot Change)</a:t>
            </a:r>
          </a:p>
          <a:p>
            <a:pPr marL="342900" indent="-342900">
              <a:buAutoNum type="arabicPeriod"/>
            </a:pPr>
            <a:r>
              <a:rPr lang="en-US" dirty="0"/>
              <a:t>A street address, given by local municipality/corporation   (Can change)</a:t>
            </a:r>
          </a:p>
          <a:p>
            <a:pPr marL="342900" indent="-342900">
              <a:buAutoNum type="arabicPeriod"/>
            </a:pPr>
            <a:endParaRPr lang="en-IN" dirty="0"/>
          </a:p>
          <a:p>
            <a:r>
              <a:rPr lang="en-IN" dirty="0"/>
              <a:t>Physical address of the house will never change but, the street address can change with the street is renamed or building number assigned by Municipality changes. </a:t>
            </a:r>
            <a:endParaRPr lang="en-US" dirty="0"/>
          </a:p>
        </p:txBody>
      </p:sp>
      <p:sp>
        <p:nvSpPr>
          <p:cNvPr id="4" name="TextBox 3">
            <a:extLst>
              <a:ext uri="{FF2B5EF4-FFF2-40B4-BE49-F238E27FC236}">
                <a16:creationId xmlns:a16="http://schemas.microsoft.com/office/drawing/2014/main" id="{18B56AFC-D760-453F-B7EB-6B41959AC2DC}"/>
              </a:ext>
            </a:extLst>
          </p:cNvPr>
          <p:cNvSpPr txBox="1"/>
          <p:nvPr/>
        </p:nvSpPr>
        <p:spPr>
          <a:xfrm>
            <a:off x="1037231" y="3275463"/>
            <a:ext cx="4476466" cy="2585323"/>
          </a:xfrm>
          <a:prstGeom prst="rect">
            <a:avLst/>
          </a:prstGeom>
          <a:noFill/>
          <a:ln>
            <a:solidFill>
              <a:srgbClr val="FF0000"/>
            </a:solidFill>
          </a:ln>
        </p:spPr>
        <p:txBody>
          <a:bodyPr wrap="square" rtlCol="0">
            <a:spAutoFit/>
          </a:bodyPr>
          <a:lstStyle/>
          <a:p>
            <a:r>
              <a:rPr lang="en-US" dirty="0"/>
              <a:t>IF you look at the street address of a person there will be following fields</a:t>
            </a:r>
          </a:p>
          <a:p>
            <a:r>
              <a:rPr lang="en-US" dirty="0"/>
              <a:t>Name: --------------------------</a:t>
            </a:r>
          </a:p>
          <a:p>
            <a:r>
              <a:rPr lang="en-US" dirty="0"/>
              <a:t>Building No/name: -------------------------</a:t>
            </a:r>
          </a:p>
          <a:p>
            <a:r>
              <a:rPr lang="en-US" dirty="0"/>
              <a:t>Street no/name: ----------------------------</a:t>
            </a:r>
          </a:p>
          <a:p>
            <a:r>
              <a:rPr lang="en-US" dirty="0"/>
              <a:t>Post Office no/name: ----------------------</a:t>
            </a:r>
          </a:p>
          <a:p>
            <a:r>
              <a:rPr lang="en-US" dirty="0"/>
              <a:t>District: ---------------------------------------</a:t>
            </a:r>
          </a:p>
          <a:p>
            <a:r>
              <a:rPr lang="en-US" dirty="0"/>
              <a:t>State: ----------------------------------------</a:t>
            </a:r>
          </a:p>
          <a:p>
            <a:r>
              <a:rPr lang="en-US" dirty="0"/>
              <a:t>Country:--------------------------------------</a:t>
            </a:r>
            <a:endParaRPr lang="en-IN" dirty="0"/>
          </a:p>
        </p:txBody>
      </p:sp>
      <p:sp>
        <p:nvSpPr>
          <p:cNvPr id="5" name="Scroll: Vertical 4">
            <a:extLst>
              <a:ext uri="{FF2B5EF4-FFF2-40B4-BE49-F238E27FC236}">
                <a16:creationId xmlns:a16="http://schemas.microsoft.com/office/drawing/2014/main" id="{D3FCA181-AA5A-4291-94E5-93ECF3EE61C7}"/>
              </a:ext>
            </a:extLst>
          </p:cNvPr>
          <p:cNvSpPr/>
          <p:nvPr/>
        </p:nvSpPr>
        <p:spPr>
          <a:xfrm>
            <a:off x="7246961" y="3070746"/>
            <a:ext cx="4135272" cy="3302758"/>
          </a:xfrm>
          <a:prstGeom prst="verticalScroll">
            <a:avLst/>
          </a:prstGeom>
          <a:solidFill>
            <a:schemeClr val="accent4">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Looking at address  format  we know how a letter/parcel send from a source reaches its destination. IP address also follow a very similar approach to Post office /courier delivery service.</a:t>
            </a:r>
            <a:endParaRPr lang="en-IN" dirty="0"/>
          </a:p>
        </p:txBody>
      </p:sp>
    </p:spTree>
    <p:extLst>
      <p:ext uri="{BB962C8B-B14F-4D97-AF65-F5344CB8AC3E}">
        <p14:creationId xmlns:p14="http://schemas.microsoft.com/office/powerpoint/2010/main" val="31428981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C2531BB9-C438-4016-9C43-C1155713D086}"/>
              </a:ext>
            </a:extLst>
          </p:cNvPr>
          <p:cNvGraphicFramePr/>
          <p:nvPr>
            <p:extLst>
              <p:ext uri="{D42A27DB-BD31-4B8C-83A1-F6EECF244321}">
                <p14:modId xmlns:p14="http://schemas.microsoft.com/office/powerpoint/2010/main" val="2376200366"/>
              </p:ext>
            </p:extLst>
          </p:nvPr>
        </p:nvGraphicFramePr>
        <p:xfrm>
          <a:off x="2032000" y="719666"/>
          <a:ext cx="9718722"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538323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70D31-E9DA-429D-A429-042A10DB9C09}"/>
              </a:ext>
            </a:extLst>
          </p:cNvPr>
          <p:cNvSpPr>
            <a:spLocks noGrp="1"/>
          </p:cNvSpPr>
          <p:nvPr>
            <p:ph type="title"/>
          </p:nvPr>
        </p:nvSpPr>
        <p:spPr>
          <a:xfrm>
            <a:off x="1141413" y="618518"/>
            <a:ext cx="9905998" cy="637076"/>
          </a:xfrm>
        </p:spPr>
        <p:txBody>
          <a:bodyPr/>
          <a:lstStyle/>
          <a:p>
            <a:r>
              <a:rPr lang="en-US" dirty="0"/>
              <a:t>IP Address</a:t>
            </a:r>
            <a:endParaRPr lang="en-IN" dirty="0"/>
          </a:p>
        </p:txBody>
      </p:sp>
      <p:sp>
        <p:nvSpPr>
          <p:cNvPr id="3" name="TextBox 2">
            <a:extLst>
              <a:ext uri="{FF2B5EF4-FFF2-40B4-BE49-F238E27FC236}">
                <a16:creationId xmlns:a16="http://schemas.microsoft.com/office/drawing/2014/main" id="{9421AD54-14E4-4811-A88D-A90B2BF3C622}"/>
              </a:ext>
            </a:extLst>
          </p:cNvPr>
          <p:cNvSpPr txBox="1"/>
          <p:nvPr/>
        </p:nvSpPr>
        <p:spPr>
          <a:xfrm>
            <a:off x="1132764" y="1965278"/>
            <a:ext cx="10017457" cy="3693319"/>
          </a:xfrm>
          <a:prstGeom prst="rect">
            <a:avLst/>
          </a:prstGeom>
          <a:noFill/>
        </p:spPr>
        <p:txBody>
          <a:bodyPr wrap="square" rtlCol="0">
            <a:spAutoFit/>
          </a:bodyPr>
          <a:lstStyle/>
          <a:p>
            <a:pPr algn="just"/>
            <a:r>
              <a:rPr lang="en-US" dirty="0"/>
              <a:t>In a similar way in Internet also delivery of packets happens in a hierarchical way.</a:t>
            </a:r>
          </a:p>
          <a:p>
            <a:pPr algn="just"/>
            <a:r>
              <a:rPr lang="en-US" dirty="0"/>
              <a:t>It the logical address (IP Address) given by network helps for that.</a:t>
            </a:r>
          </a:p>
          <a:p>
            <a:pPr algn="just"/>
            <a:endParaRPr lang="en-US" dirty="0"/>
          </a:p>
          <a:p>
            <a:pPr algn="just"/>
            <a:r>
              <a:rPr lang="en-US" dirty="0"/>
              <a:t>It is not possible to address every computer using physical address. It is like addressing a letter using longitude or latitude. Or trying to track a vehicle using its engine number. When street address is used that problem is solved Exact the same thing happens with IP address. Too.</a:t>
            </a:r>
          </a:p>
          <a:p>
            <a:pPr algn="just"/>
            <a:endParaRPr lang="en-US" dirty="0"/>
          </a:p>
          <a:p>
            <a:pPr algn="just"/>
            <a:r>
              <a:rPr lang="en-US" dirty="0"/>
              <a:t>IP address is just a number which is 32 bit wide. That mean we can have 2 ^ 32 IP Address in the world. </a:t>
            </a:r>
          </a:p>
          <a:p>
            <a:pPr algn="just"/>
            <a:r>
              <a:rPr lang="en-US" dirty="0"/>
              <a:t>Which means we can only have  4,29,49,67,296 IP address or only that many computers connected to internet. Today we have much more computers that this number connected to Internet. How does that happen</a:t>
            </a:r>
          </a:p>
          <a:p>
            <a:pPr algn="just"/>
            <a:endParaRPr lang="en-US" dirty="0"/>
          </a:p>
          <a:p>
            <a:pPr algn="just"/>
            <a:r>
              <a:rPr lang="en-US" dirty="0"/>
              <a:t>We will discuss this when we talk about NAT. </a:t>
            </a:r>
          </a:p>
          <a:p>
            <a:pPr algn="just"/>
            <a:endParaRPr lang="en-IN" dirty="0"/>
          </a:p>
        </p:txBody>
      </p:sp>
    </p:spTree>
    <p:extLst>
      <p:ext uri="{BB962C8B-B14F-4D97-AF65-F5344CB8AC3E}">
        <p14:creationId xmlns:p14="http://schemas.microsoft.com/office/powerpoint/2010/main" val="6152117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6AA8A-4833-420E-910E-0EE1DBE750B0}"/>
              </a:ext>
            </a:extLst>
          </p:cNvPr>
          <p:cNvSpPr>
            <a:spLocks noGrp="1"/>
          </p:cNvSpPr>
          <p:nvPr>
            <p:ph type="title"/>
          </p:nvPr>
        </p:nvSpPr>
        <p:spPr>
          <a:xfrm>
            <a:off x="1141413" y="618518"/>
            <a:ext cx="7470324" cy="1387703"/>
          </a:xfrm>
        </p:spPr>
        <p:txBody>
          <a:bodyPr>
            <a:normAutofit fontScale="90000"/>
          </a:bodyPr>
          <a:lstStyle/>
          <a:p>
            <a:r>
              <a:rPr lang="en-US" dirty="0"/>
              <a:t>Hands ON – let us see what is the IP address and Physical address of your laptop</a:t>
            </a:r>
            <a:endParaRPr lang="en-IN" dirty="0"/>
          </a:p>
        </p:txBody>
      </p:sp>
      <p:pic>
        <p:nvPicPr>
          <p:cNvPr id="4" name="Picture 2" descr="Industrial Electrical &amp; Mechanical Safety Training | NTT Training">
            <a:extLst>
              <a:ext uri="{FF2B5EF4-FFF2-40B4-BE49-F238E27FC236}">
                <a16:creationId xmlns:a16="http://schemas.microsoft.com/office/drawing/2014/main" id="{A5AB8234-CCA6-498D-A20D-6E8481B181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9197" y="618518"/>
            <a:ext cx="1145619" cy="114561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EA8F7DA3-562E-4336-BDD0-EC813744F28D}"/>
              </a:ext>
            </a:extLst>
          </p:cNvPr>
          <p:cNvSpPr txBox="1"/>
          <p:nvPr/>
        </p:nvSpPr>
        <p:spPr>
          <a:xfrm>
            <a:off x="1826301" y="2167678"/>
            <a:ext cx="6100548" cy="2031325"/>
          </a:xfrm>
          <a:prstGeom prst="rect">
            <a:avLst/>
          </a:prstGeom>
          <a:noFill/>
          <a:ln>
            <a:solidFill>
              <a:schemeClr val="accent1">
                <a:tint val="40000"/>
                <a:hueOff val="0"/>
                <a:satOff val="0"/>
                <a:lumOff val="0"/>
              </a:schemeClr>
            </a:solidFill>
          </a:ln>
        </p:spPr>
        <p:txBody>
          <a:bodyPr wrap="square">
            <a:spAutoFit/>
          </a:bodyPr>
          <a:lstStyle/>
          <a:p>
            <a:r>
              <a:rPr lang="en-US" dirty="0"/>
              <a:t>Open a command prompt or power shell on your windows computer</a:t>
            </a:r>
          </a:p>
          <a:p>
            <a:r>
              <a:rPr lang="en-US" dirty="0"/>
              <a:t>In case you are using Linux open terminal window </a:t>
            </a:r>
          </a:p>
          <a:p>
            <a:endParaRPr lang="en-US" dirty="0"/>
          </a:p>
          <a:p>
            <a:r>
              <a:rPr lang="en-US" dirty="0"/>
              <a:t>Now </a:t>
            </a:r>
          </a:p>
          <a:p>
            <a:r>
              <a:rPr lang="en-US" dirty="0"/>
              <a:t>C:&gt; ipconfig (On Windows)</a:t>
            </a:r>
            <a:endParaRPr lang="en-IN" dirty="0"/>
          </a:p>
          <a:p>
            <a:r>
              <a:rPr lang="en-IN" dirty="0"/>
              <a:t>$ ifconfig (On Linux) </a:t>
            </a:r>
            <a:endParaRPr lang="en-US" dirty="0"/>
          </a:p>
        </p:txBody>
      </p:sp>
      <p:sp>
        <p:nvSpPr>
          <p:cNvPr id="8" name="TextBox 7">
            <a:extLst>
              <a:ext uri="{FF2B5EF4-FFF2-40B4-BE49-F238E27FC236}">
                <a16:creationId xmlns:a16="http://schemas.microsoft.com/office/drawing/2014/main" id="{57E8EDCC-B6BD-493E-AAC2-19A1289E505C}"/>
              </a:ext>
            </a:extLst>
          </p:cNvPr>
          <p:cNvSpPr txBox="1"/>
          <p:nvPr/>
        </p:nvSpPr>
        <p:spPr>
          <a:xfrm>
            <a:off x="1826301" y="4360460"/>
            <a:ext cx="6100548" cy="2031325"/>
          </a:xfrm>
          <a:prstGeom prst="rect">
            <a:avLst/>
          </a:prstGeom>
          <a:noFill/>
          <a:ln>
            <a:solidFill>
              <a:schemeClr val="accent1">
                <a:tint val="40000"/>
                <a:hueOff val="0"/>
                <a:satOff val="0"/>
                <a:lumOff val="0"/>
              </a:schemeClr>
            </a:solidFill>
          </a:ln>
        </p:spPr>
        <p:txBody>
          <a:bodyPr wrap="square">
            <a:spAutoFit/>
          </a:bodyPr>
          <a:lstStyle/>
          <a:p>
            <a:r>
              <a:rPr lang="en-US" dirty="0"/>
              <a:t>Open a command prompt or power shell on your windows computer</a:t>
            </a:r>
          </a:p>
          <a:p>
            <a:r>
              <a:rPr lang="en-US" dirty="0"/>
              <a:t>In case you are using Linux open terminal window </a:t>
            </a:r>
          </a:p>
          <a:p>
            <a:endParaRPr lang="en-US" dirty="0"/>
          </a:p>
          <a:p>
            <a:r>
              <a:rPr lang="en-US" dirty="0"/>
              <a:t>Now </a:t>
            </a:r>
          </a:p>
          <a:p>
            <a:r>
              <a:rPr lang="en-US" dirty="0"/>
              <a:t>C:&gt; ipconfig /all (On Windows)</a:t>
            </a:r>
            <a:endParaRPr lang="en-IN" dirty="0"/>
          </a:p>
          <a:p>
            <a:r>
              <a:rPr lang="en-IN" dirty="0"/>
              <a:t>$ ifconfig (On Linux) </a:t>
            </a:r>
            <a:endParaRPr lang="en-US" dirty="0"/>
          </a:p>
        </p:txBody>
      </p:sp>
    </p:spTree>
    <p:extLst>
      <p:ext uri="{BB962C8B-B14F-4D97-AF65-F5344CB8AC3E}">
        <p14:creationId xmlns:p14="http://schemas.microsoft.com/office/powerpoint/2010/main" val="90185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41C9329-7A0F-4D49-82DD-8D9563519D75}"/>
              </a:ext>
            </a:extLst>
          </p:cNvPr>
          <p:cNvPicPr>
            <a:picLocks noChangeAspect="1"/>
          </p:cNvPicPr>
          <p:nvPr/>
        </p:nvPicPr>
        <p:blipFill>
          <a:blip r:embed="rId2"/>
          <a:stretch>
            <a:fillRect/>
          </a:stretch>
        </p:blipFill>
        <p:spPr>
          <a:xfrm>
            <a:off x="0" y="179311"/>
            <a:ext cx="12192000" cy="6499378"/>
          </a:xfrm>
          <a:prstGeom prst="rect">
            <a:avLst/>
          </a:prstGeom>
        </p:spPr>
      </p:pic>
    </p:spTree>
    <p:extLst>
      <p:ext uri="{BB962C8B-B14F-4D97-AF65-F5344CB8AC3E}">
        <p14:creationId xmlns:p14="http://schemas.microsoft.com/office/powerpoint/2010/main" val="2236284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F0F97BA-BF6B-4E97-B18A-A709C30D241F}"/>
              </a:ext>
            </a:extLst>
          </p:cNvPr>
          <p:cNvPicPr>
            <a:picLocks noChangeAspect="1"/>
          </p:cNvPicPr>
          <p:nvPr/>
        </p:nvPicPr>
        <p:blipFill>
          <a:blip r:embed="rId2"/>
          <a:stretch>
            <a:fillRect/>
          </a:stretch>
        </p:blipFill>
        <p:spPr>
          <a:xfrm>
            <a:off x="0" y="1673"/>
            <a:ext cx="12192000" cy="6854653"/>
          </a:xfrm>
          <a:prstGeom prst="rect">
            <a:avLst/>
          </a:prstGeom>
        </p:spPr>
      </p:pic>
    </p:spTree>
    <p:extLst>
      <p:ext uri="{BB962C8B-B14F-4D97-AF65-F5344CB8AC3E}">
        <p14:creationId xmlns:p14="http://schemas.microsoft.com/office/powerpoint/2010/main" val="23110934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9059B87-2690-416E-BD11-5EC6100C4863}"/>
              </a:ext>
            </a:extLst>
          </p:cNvPr>
          <p:cNvSpPr txBox="1"/>
          <p:nvPr/>
        </p:nvSpPr>
        <p:spPr>
          <a:xfrm>
            <a:off x="1514901" y="682388"/>
            <a:ext cx="8529851" cy="5355312"/>
          </a:xfrm>
          <a:prstGeom prst="rect">
            <a:avLst/>
          </a:prstGeom>
          <a:noFill/>
        </p:spPr>
        <p:txBody>
          <a:bodyPr wrap="square" rtlCol="0">
            <a:spAutoFit/>
          </a:bodyPr>
          <a:lstStyle/>
          <a:p>
            <a:r>
              <a:rPr lang="en-IN" dirty="0"/>
              <a:t>C:\Users\giris&gt;ipconfig/all</a:t>
            </a:r>
          </a:p>
          <a:p>
            <a:endParaRPr lang="en-IN" dirty="0"/>
          </a:p>
          <a:p>
            <a:r>
              <a:rPr lang="en-IN" dirty="0"/>
              <a:t>Windows IP Configuration</a:t>
            </a:r>
          </a:p>
          <a:p>
            <a:endParaRPr lang="en-IN" dirty="0"/>
          </a:p>
          <a:p>
            <a:r>
              <a:rPr lang="en-IN" dirty="0"/>
              <a:t>   Host Name . . . . . . . . . . . . : DESKTOP-BMPR2EC</a:t>
            </a:r>
          </a:p>
          <a:p>
            <a:r>
              <a:rPr lang="en-IN" dirty="0"/>
              <a:t>   Primary </a:t>
            </a:r>
            <a:r>
              <a:rPr lang="en-IN" dirty="0" err="1"/>
              <a:t>Dns</a:t>
            </a:r>
            <a:r>
              <a:rPr lang="en-IN" dirty="0"/>
              <a:t> Suffix  . . . . . . . :</a:t>
            </a:r>
          </a:p>
          <a:p>
            <a:r>
              <a:rPr lang="en-IN" dirty="0"/>
              <a:t>   Node Type . . . . . . . . . . . . : Hybrid</a:t>
            </a:r>
          </a:p>
          <a:p>
            <a:r>
              <a:rPr lang="en-IN" dirty="0"/>
              <a:t>   IP Routing Enabled. . . . . . . . : No</a:t>
            </a:r>
          </a:p>
          <a:p>
            <a:r>
              <a:rPr lang="en-IN" dirty="0"/>
              <a:t>   WINS Proxy Enabled. . . . . . . . : No</a:t>
            </a:r>
          </a:p>
          <a:p>
            <a:endParaRPr lang="en-IN" dirty="0"/>
          </a:p>
          <a:p>
            <a:r>
              <a:rPr lang="en-IN" dirty="0"/>
              <a:t>Ethernet adapter Ethernet:</a:t>
            </a:r>
          </a:p>
          <a:p>
            <a:endParaRPr lang="en-IN" dirty="0"/>
          </a:p>
          <a:p>
            <a:r>
              <a:rPr lang="en-IN" dirty="0"/>
              <a:t>   Media State . . . . . . . . . . . : Media disconnected</a:t>
            </a:r>
          </a:p>
          <a:p>
            <a:r>
              <a:rPr lang="en-IN" dirty="0"/>
              <a:t>   Connection-specific DNS Suffix  . :</a:t>
            </a:r>
          </a:p>
          <a:p>
            <a:r>
              <a:rPr lang="en-IN" dirty="0"/>
              <a:t>   Description . . . . . . . . . . . : Realtek PCIe FE Family Controller</a:t>
            </a:r>
          </a:p>
          <a:p>
            <a:r>
              <a:rPr lang="en-IN" dirty="0"/>
              <a:t>   Physical Address. . . . . . . . . : 80-CE-62-16-74-B3</a:t>
            </a:r>
          </a:p>
          <a:p>
            <a:r>
              <a:rPr lang="en-IN" dirty="0"/>
              <a:t>   DHCP Enabled. . . . . . . . . . . : Yes</a:t>
            </a:r>
          </a:p>
          <a:p>
            <a:r>
              <a:rPr lang="en-IN" dirty="0"/>
              <a:t>   Autoconfiguration Enabled . . . . : Yes</a:t>
            </a:r>
          </a:p>
          <a:p>
            <a:endParaRPr lang="en-IN" dirty="0"/>
          </a:p>
        </p:txBody>
      </p:sp>
      <p:pic>
        <p:nvPicPr>
          <p:cNvPr id="6" name="Picture 2" descr="Industrial Electrical &amp; Mechanical Safety Training | NTT Training">
            <a:extLst>
              <a:ext uri="{FF2B5EF4-FFF2-40B4-BE49-F238E27FC236}">
                <a16:creationId xmlns:a16="http://schemas.microsoft.com/office/drawing/2014/main" id="{2292D381-3EEA-4247-8989-C5AAF46A21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9197" y="618518"/>
            <a:ext cx="1145619" cy="1145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12047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B78A04-C422-4ED0-91FC-D89D082AA98B}"/>
              </a:ext>
            </a:extLst>
          </p:cNvPr>
          <p:cNvSpPr txBox="1"/>
          <p:nvPr/>
        </p:nvSpPr>
        <p:spPr>
          <a:xfrm>
            <a:off x="1405719" y="532263"/>
            <a:ext cx="9662615" cy="5355312"/>
          </a:xfrm>
          <a:prstGeom prst="rect">
            <a:avLst/>
          </a:prstGeom>
          <a:noFill/>
        </p:spPr>
        <p:txBody>
          <a:bodyPr wrap="square" rtlCol="0">
            <a:spAutoFit/>
          </a:bodyPr>
          <a:lstStyle/>
          <a:p>
            <a:r>
              <a:rPr lang="en-IN" dirty="0"/>
              <a:t>Wireless LAN adapter Local Area Connection* 1:</a:t>
            </a:r>
          </a:p>
          <a:p>
            <a:endParaRPr lang="en-IN" dirty="0"/>
          </a:p>
          <a:p>
            <a:r>
              <a:rPr lang="en-IN" dirty="0"/>
              <a:t>   Media State . . . . . . . . . . . : Media disconnected</a:t>
            </a:r>
          </a:p>
          <a:p>
            <a:r>
              <a:rPr lang="en-IN" dirty="0"/>
              <a:t>   Connection-specific DNS Suffix  . :</a:t>
            </a:r>
          </a:p>
          <a:p>
            <a:r>
              <a:rPr lang="en-IN" dirty="0"/>
              <a:t>   Description . . . . . . . . . . . : Microsoft Wi-Fi Direct Virtual Adapter</a:t>
            </a:r>
          </a:p>
          <a:p>
            <a:r>
              <a:rPr lang="en-IN" dirty="0"/>
              <a:t>   Physical Address. . . . . . . . . : EA-2A-44-93-60-B1</a:t>
            </a:r>
          </a:p>
          <a:p>
            <a:r>
              <a:rPr lang="en-IN" dirty="0"/>
              <a:t>   DHCP Enabled. . . . . . . . . . . : Yes</a:t>
            </a:r>
          </a:p>
          <a:p>
            <a:r>
              <a:rPr lang="en-IN" dirty="0"/>
              <a:t>   Autoconfiguration Enabled . . . . : Yes</a:t>
            </a:r>
          </a:p>
          <a:p>
            <a:endParaRPr lang="en-IN" dirty="0"/>
          </a:p>
          <a:p>
            <a:r>
              <a:rPr lang="en-IN" dirty="0"/>
              <a:t>Wireless LAN adapter Local Area Connection* 2:</a:t>
            </a:r>
          </a:p>
          <a:p>
            <a:endParaRPr lang="en-IN" dirty="0"/>
          </a:p>
          <a:p>
            <a:r>
              <a:rPr lang="en-IN" dirty="0"/>
              <a:t>   Media State . . . . . . . . . . . : Media disconnected</a:t>
            </a:r>
          </a:p>
          <a:p>
            <a:r>
              <a:rPr lang="en-IN" dirty="0"/>
              <a:t>   Connection-specific DNS Suffix  . :</a:t>
            </a:r>
          </a:p>
          <a:p>
            <a:r>
              <a:rPr lang="en-IN" dirty="0"/>
              <a:t>   Description . . . . . . . . . . . : Microsoft Wi-Fi Direct Virtual Adapter #2</a:t>
            </a:r>
          </a:p>
          <a:p>
            <a:r>
              <a:rPr lang="en-IN" dirty="0"/>
              <a:t>   Physical Address. . . . . . . . . : E8-2A-44-93-60-B1</a:t>
            </a:r>
          </a:p>
          <a:p>
            <a:r>
              <a:rPr lang="en-IN" dirty="0"/>
              <a:t>   DHCP Enabled. . . . . . . . . . . : Yes</a:t>
            </a:r>
          </a:p>
          <a:p>
            <a:r>
              <a:rPr lang="en-IN" dirty="0"/>
              <a:t>   Autoconfiguration Enabled . . . . : Yes</a:t>
            </a:r>
          </a:p>
          <a:p>
            <a:endParaRPr lang="en-IN" dirty="0"/>
          </a:p>
          <a:p>
            <a:endParaRPr lang="en-IN" dirty="0"/>
          </a:p>
        </p:txBody>
      </p:sp>
      <p:pic>
        <p:nvPicPr>
          <p:cNvPr id="4" name="Picture 2" descr="Industrial Electrical &amp; Mechanical Safety Training | NTT Training">
            <a:extLst>
              <a:ext uri="{FF2B5EF4-FFF2-40B4-BE49-F238E27FC236}">
                <a16:creationId xmlns:a16="http://schemas.microsoft.com/office/drawing/2014/main" id="{D5161C1C-D350-4193-993F-5281F0A971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9197" y="618518"/>
            <a:ext cx="1145619" cy="1145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81654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D8C4BC1-2DE7-485F-A5E2-CE9C48A65F9C}"/>
              </a:ext>
            </a:extLst>
          </p:cNvPr>
          <p:cNvSpPr txBox="1"/>
          <p:nvPr/>
        </p:nvSpPr>
        <p:spPr>
          <a:xfrm>
            <a:off x="1364776" y="450376"/>
            <a:ext cx="9648967" cy="5632311"/>
          </a:xfrm>
          <a:prstGeom prst="rect">
            <a:avLst/>
          </a:prstGeom>
          <a:noFill/>
        </p:spPr>
        <p:txBody>
          <a:bodyPr wrap="square" rtlCol="0">
            <a:spAutoFit/>
          </a:bodyPr>
          <a:lstStyle/>
          <a:p>
            <a:r>
              <a:rPr lang="en-IN" dirty="0"/>
              <a:t>Wireless LAN adapter Wi-Fi:</a:t>
            </a:r>
          </a:p>
          <a:p>
            <a:endParaRPr lang="en-IN" dirty="0"/>
          </a:p>
          <a:p>
            <a:r>
              <a:rPr lang="en-IN" dirty="0"/>
              <a:t>   Connection-specific DNS Suffix  . :</a:t>
            </a:r>
          </a:p>
          <a:p>
            <a:r>
              <a:rPr lang="en-IN" dirty="0"/>
              <a:t>   Description . . . . . . . . . . . : Realtek RTL8723BE 802.11 </a:t>
            </a:r>
            <a:r>
              <a:rPr lang="en-IN" dirty="0" err="1"/>
              <a:t>bgn</a:t>
            </a:r>
            <a:r>
              <a:rPr lang="en-IN" dirty="0"/>
              <a:t> Wi-Fi Adapter</a:t>
            </a:r>
          </a:p>
          <a:p>
            <a:r>
              <a:rPr lang="en-IN" dirty="0"/>
              <a:t>   Physical Address. . . . . . . . . : E8-2A-44-93-60-B1</a:t>
            </a:r>
          </a:p>
          <a:p>
            <a:r>
              <a:rPr lang="en-IN" dirty="0"/>
              <a:t>   DHCP Enabled. . . . . . . . . . . : Yes</a:t>
            </a:r>
          </a:p>
          <a:p>
            <a:r>
              <a:rPr lang="en-IN" dirty="0"/>
              <a:t>   Autoconfiguration Enabled . . . . : Yes</a:t>
            </a:r>
          </a:p>
          <a:p>
            <a:r>
              <a:rPr lang="en-IN" dirty="0"/>
              <a:t>   Link-local IPv6 Address . . . . . : fe80::1c4a:e044:f083:d1b5%16(Preferred)</a:t>
            </a:r>
          </a:p>
          <a:p>
            <a:r>
              <a:rPr lang="en-IN" dirty="0"/>
              <a:t>   IPv4 Address. . . . . . . . . . . : 192.168.1.105(Preferred)</a:t>
            </a:r>
          </a:p>
          <a:p>
            <a:r>
              <a:rPr lang="en-IN" dirty="0"/>
              <a:t>   Subnet Mask . . . . . . . . . . . : 255.255.255.0</a:t>
            </a:r>
          </a:p>
          <a:p>
            <a:r>
              <a:rPr lang="en-IN" dirty="0"/>
              <a:t>   Lease Obtained. . . . . . . . . . : 16 July 2020 10:52:07</a:t>
            </a:r>
          </a:p>
          <a:p>
            <a:r>
              <a:rPr lang="en-IN" dirty="0"/>
              <a:t>   Lease Expires . . . . . . . . . . : 17 July 2020 00:42:22</a:t>
            </a:r>
          </a:p>
          <a:p>
            <a:r>
              <a:rPr lang="en-IN" dirty="0"/>
              <a:t>   Default Gateway . . . . . . . . . : 192.168.1.1</a:t>
            </a:r>
          </a:p>
          <a:p>
            <a:r>
              <a:rPr lang="en-IN" dirty="0"/>
              <a:t>   DHCP Server . . . . . . . . . . . : 192.168.1.1</a:t>
            </a:r>
          </a:p>
          <a:p>
            <a:r>
              <a:rPr lang="en-IN" dirty="0"/>
              <a:t>   DHCPv6 IAID . . . . . . . . . . . : 266873412</a:t>
            </a:r>
          </a:p>
          <a:p>
            <a:r>
              <a:rPr lang="en-IN" dirty="0"/>
              <a:t>   DHCPv6 Client DUID. . . . . . . . : 00-01-00-01-26-75-0B-43-80-CE-62-16-74-B3</a:t>
            </a:r>
          </a:p>
          <a:p>
            <a:r>
              <a:rPr lang="en-IN" dirty="0"/>
              <a:t>   DNS Servers . . . . . . . . . . . : 192.168.1.1</a:t>
            </a:r>
          </a:p>
          <a:p>
            <a:r>
              <a:rPr lang="en-IN" dirty="0"/>
              <a:t>   NetBIOS over </a:t>
            </a:r>
            <a:r>
              <a:rPr lang="en-IN" dirty="0" err="1"/>
              <a:t>Tcpip</a:t>
            </a:r>
            <a:r>
              <a:rPr lang="en-IN" dirty="0"/>
              <a:t>. . . . . . . . : Enabled</a:t>
            </a:r>
          </a:p>
          <a:p>
            <a:endParaRPr lang="en-IN" dirty="0"/>
          </a:p>
          <a:p>
            <a:endParaRPr lang="en-IN" dirty="0"/>
          </a:p>
        </p:txBody>
      </p:sp>
      <p:pic>
        <p:nvPicPr>
          <p:cNvPr id="4" name="Picture 2" descr="Industrial Electrical &amp; Mechanical Safety Training | NTT Training">
            <a:extLst>
              <a:ext uri="{FF2B5EF4-FFF2-40B4-BE49-F238E27FC236}">
                <a16:creationId xmlns:a16="http://schemas.microsoft.com/office/drawing/2014/main" id="{A898336E-7F52-4A3D-A692-A820228176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9197" y="618518"/>
            <a:ext cx="1145619" cy="1145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3385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DA33184-0C54-4D4E-A7F4-6E419D3983A0}"/>
              </a:ext>
            </a:extLst>
          </p:cNvPr>
          <p:cNvSpPr txBox="1"/>
          <p:nvPr/>
        </p:nvSpPr>
        <p:spPr>
          <a:xfrm>
            <a:off x="1323832" y="641445"/>
            <a:ext cx="9812741" cy="2862322"/>
          </a:xfrm>
          <a:prstGeom prst="rect">
            <a:avLst/>
          </a:prstGeom>
          <a:noFill/>
        </p:spPr>
        <p:txBody>
          <a:bodyPr wrap="square" rtlCol="0">
            <a:spAutoFit/>
          </a:bodyPr>
          <a:lstStyle/>
          <a:p>
            <a:r>
              <a:rPr lang="en-IN" dirty="0"/>
              <a:t>Ethernet adapter Bluetooth Network Connection:</a:t>
            </a:r>
          </a:p>
          <a:p>
            <a:endParaRPr lang="en-IN" dirty="0"/>
          </a:p>
          <a:p>
            <a:r>
              <a:rPr lang="en-IN" dirty="0"/>
              <a:t>   Media State . . . . . . . . . . . : Media disconnected</a:t>
            </a:r>
          </a:p>
          <a:p>
            <a:r>
              <a:rPr lang="en-IN" dirty="0"/>
              <a:t>   Connection-specific DNS Suffix  . :</a:t>
            </a:r>
          </a:p>
          <a:p>
            <a:r>
              <a:rPr lang="en-IN" dirty="0"/>
              <a:t>   Description . . . . . . . . . . . : Bluetooth Device (Personal Area Network)</a:t>
            </a:r>
          </a:p>
          <a:p>
            <a:r>
              <a:rPr lang="en-IN" dirty="0"/>
              <a:t>   Physical Address. . . . . . . . . : E8-2A-44-93-60-B2</a:t>
            </a:r>
          </a:p>
          <a:p>
            <a:r>
              <a:rPr lang="en-IN" dirty="0"/>
              <a:t>   DHCP Enabled. . . . . . . . . . . : Yes</a:t>
            </a:r>
          </a:p>
          <a:p>
            <a:r>
              <a:rPr lang="en-IN" dirty="0"/>
              <a:t>   Autoconfiguration Enabled . . . . : Yes</a:t>
            </a:r>
          </a:p>
          <a:p>
            <a:endParaRPr lang="en-IN" dirty="0"/>
          </a:p>
          <a:p>
            <a:endParaRPr lang="en-IN" dirty="0"/>
          </a:p>
        </p:txBody>
      </p:sp>
      <p:pic>
        <p:nvPicPr>
          <p:cNvPr id="4" name="Picture 2" descr="Industrial Electrical &amp; Mechanical Safety Training | NTT Training">
            <a:extLst>
              <a:ext uri="{FF2B5EF4-FFF2-40B4-BE49-F238E27FC236}">
                <a16:creationId xmlns:a16="http://schemas.microsoft.com/office/drawing/2014/main" id="{195B89C7-2F2C-4BE5-A2CF-43985BD35B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39197" y="618518"/>
            <a:ext cx="1145619" cy="11456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24783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47931-B59C-44F8-BA5A-681C54B434E6}"/>
              </a:ext>
            </a:extLst>
          </p:cNvPr>
          <p:cNvSpPr>
            <a:spLocks noGrp="1"/>
          </p:cNvSpPr>
          <p:nvPr>
            <p:ph type="title"/>
          </p:nvPr>
        </p:nvSpPr>
        <p:spPr>
          <a:xfrm>
            <a:off x="1318834" y="236380"/>
            <a:ext cx="9905998" cy="705315"/>
          </a:xfrm>
        </p:spPr>
        <p:txBody>
          <a:bodyPr/>
          <a:lstStyle/>
          <a:p>
            <a:r>
              <a:rPr lang="en-US" dirty="0"/>
              <a:t>H</a:t>
            </a:r>
            <a:r>
              <a:rPr lang="en-IN" dirty="0"/>
              <a:t>ow are computer connected ?</a:t>
            </a:r>
          </a:p>
        </p:txBody>
      </p:sp>
      <p:pic>
        <p:nvPicPr>
          <p:cNvPr id="8194" name="Picture 2" descr="What is a LAN? (with pictures)">
            <a:extLst>
              <a:ext uri="{FF2B5EF4-FFF2-40B4-BE49-F238E27FC236}">
                <a16:creationId xmlns:a16="http://schemas.microsoft.com/office/drawing/2014/main" id="{9F54BCA1-CD65-4978-97B1-54FCD72C99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5312" y="986162"/>
            <a:ext cx="3629436" cy="2625842"/>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Pin on Network Cabling">
            <a:extLst>
              <a:ext uri="{FF2B5EF4-FFF2-40B4-BE49-F238E27FC236}">
                <a16:creationId xmlns:a16="http://schemas.microsoft.com/office/drawing/2014/main" id="{50CFB033-2993-4578-81A9-B5F96197DF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7254" y="1115417"/>
            <a:ext cx="3765912" cy="5272277"/>
          </a:xfrm>
          <a:prstGeom prst="rect">
            <a:avLst/>
          </a:prstGeom>
          <a:noFill/>
          <a:extLst>
            <a:ext uri="{909E8E84-426E-40DD-AFC4-6F175D3DCCD1}">
              <a14:hiddenFill xmlns:a14="http://schemas.microsoft.com/office/drawing/2010/main">
                <a:solidFill>
                  <a:srgbClr val="FFFFFF"/>
                </a:solidFill>
              </a14:hiddenFill>
            </a:ext>
          </a:extLst>
        </p:spPr>
      </p:pic>
      <p:pic>
        <p:nvPicPr>
          <p:cNvPr id="8198" name="Picture 6" descr="Ethernet Cable 3ft 1M 3m 5m RJ45 Ethernet Network Patch Cable Lan ...">
            <a:extLst>
              <a:ext uri="{FF2B5EF4-FFF2-40B4-BE49-F238E27FC236}">
                <a16:creationId xmlns:a16="http://schemas.microsoft.com/office/drawing/2014/main" id="{6E61B5AE-BAE3-49A0-A83A-AB4180DDA3C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88076" y="3738359"/>
            <a:ext cx="2993858" cy="2993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602190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If You Want to Connect the Printer and Computer with a LAN Cable ...">
            <a:extLst>
              <a:ext uri="{FF2B5EF4-FFF2-40B4-BE49-F238E27FC236}">
                <a16:creationId xmlns:a16="http://schemas.microsoft.com/office/drawing/2014/main" id="{F26632C1-F409-4B5A-8892-81C10B6B51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662" y="350009"/>
            <a:ext cx="5444921" cy="2492564"/>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Connect Two Computers Without a Router Use an Ethernet Cable For ...">
            <a:extLst>
              <a:ext uri="{FF2B5EF4-FFF2-40B4-BE49-F238E27FC236}">
                <a16:creationId xmlns:a16="http://schemas.microsoft.com/office/drawing/2014/main" id="{27294C80-7BB7-45C5-BA75-7F7A6F5FE6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06894" y="3302758"/>
            <a:ext cx="6708820" cy="26041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92804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A38FE-F12F-4574-98AA-67F24909279C}"/>
              </a:ext>
            </a:extLst>
          </p:cNvPr>
          <p:cNvSpPr>
            <a:spLocks noGrp="1"/>
          </p:cNvSpPr>
          <p:nvPr>
            <p:ph type="title"/>
          </p:nvPr>
        </p:nvSpPr>
        <p:spPr>
          <a:xfrm>
            <a:off x="1141413" y="618518"/>
            <a:ext cx="9905998" cy="644798"/>
          </a:xfrm>
        </p:spPr>
        <p:txBody>
          <a:bodyPr>
            <a:normAutofit fontScale="90000"/>
          </a:bodyPr>
          <a:lstStyle/>
          <a:p>
            <a:r>
              <a:rPr lang="en-US" dirty="0"/>
              <a:t>H</a:t>
            </a:r>
            <a:r>
              <a:rPr lang="en-IN" dirty="0"/>
              <a:t>ow are computer connected to communicate ?</a:t>
            </a:r>
          </a:p>
        </p:txBody>
      </p:sp>
      <p:pic>
        <p:nvPicPr>
          <p:cNvPr id="4" name="Picture 2" descr="Image result for packet switched network">
            <a:extLst>
              <a:ext uri="{FF2B5EF4-FFF2-40B4-BE49-F238E27FC236}">
                <a16:creationId xmlns:a16="http://schemas.microsoft.com/office/drawing/2014/main" id="{91222D14-BCE9-4F36-8610-3C22298B34E3}"/>
              </a:ext>
            </a:extLst>
          </p:cNvPr>
          <p:cNvPicPr>
            <a:picLocks noChangeAspect="1" noChangeArrowheads="1"/>
          </p:cNvPicPr>
          <p:nvPr/>
        </p:nvPicPr>
        <p:blipFill>
          <a:blip r:embed="rId3" cstate="print"/>
          <a:srcRect/>
          <a:stretch>
            <a:fillRect/>
          </a:stretch>
        </p:blipFill>
        <p:spPr bwMode="auto">
          <a:xfrm>
            <a:off x="840184" y="1263316"/>
            <a:ext cx="10378275" cy="5055964"/>
          </a:xfrm>
          <a:prstGeom prst="rect">
            <a:avLst/>
          </a:prstGeom>
          <a:noFill/>
        </p:spPr>
      </p:pic>
      <p:sp>
        <p:nvSpPr>
          <p:cNvPr id="5" name="TextBox 4">
            <a:extLst>
              <a:ext uri="{FF2B5EF4-FFF2-40B4-BE49-F238E27FC236}">
                <a16:creationId xmlns:a16="http://schemas.microsoft.com/office/drawing/2014/main" id="{E1B1AC3C-A54C-4C0A-B7A0-DB7A1B9E7844}"/>
              </a:ext>
            </a:extLst>
          </p:cNvPr>
          <p:cNvSpPr txBox="1"/>
          <p:nvPr/>
        </p:nvSpPr>
        <p:spPr>
          <a:xfrm>
            <a:off x="8352431" y="6346209"/>
            <a:ext cx="2460674" cy="369332"/>
          </a:xfrm>
          <a:prstGeom prst="rect">
            <a:avLst/>
          </a:prstGeom>
          <a:noFill/>
        </p:spPr>
        <p:txBody>
          <a:bodyPr wrap="none" rtlCol="0">
            <a:spAutoFit/>
          </a:bodyPr>
          <a:lstStyle/>
          <a:p>
            <a:r>
              <a:rPr lang="en-US" dirty="0"/>
              <a:t>Post office/courier office</a:t>
            </a:r>
            <a:endParaRPr lang="en-IN" dirty="0"/>
          </a:p>
        </p:txBody>
      </p:sp>
    </p:spTree>
    <p:extLst>
      <p:ext uri="{BB962C8B-B14F-4D97-AF65-F5344CB8AC3E}">
        <p14:creationId xmlns:p14="http://schemas.microsoft.com/office/powerpoint/2010/main" val="11619264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9FC0B1-8110-4B77-8598-B621328EBC3E}"/>
              </a:ext>
            </a:extLst>
          </p:cNvPr>
          <p:cNvSpPr>
            <a:spLocks noGrp="1"/>
          </p:cNvSpPr>
          <p:nvPr>
            <p:ph type="title"/>
          </p:nvPr>
        </p:nvSpPr>
        <p:spPr>
          <a:xfrm>
            <a:off x="1141413" y="618518"/>
            <a:ext cx="9905998" cy="1087452"/>
          </a:xfrm>
        </p:spPr>
        <p:txBody>
          <a:bodyPr/>
          <a:lstStyle/>
          <a:p>
            <a:r>
              <a:rPr lang="en-US" dirty="0"/>
              <a:t>Let us do some hands ON</a:t>
            </a:r>
            <a:endParaRPr lang="en-IN" dirty="0"/>
          </a:p>
        </p:txBody>
      </p:sp>
      <p:sp>
        <p:nvSpPr>
          <p:cNvPr id="3" name="TextBox 2">
            <a:extLst>
              <a:ext uri="{FF2B5EF4-FFF2-40B4-BE49-F238E27FC236}">
                <a16:creationId xmlns:a16="http://schemas.microsoft.com/office/drawing/2014/main" id="{952A40FC-4F41-4EF1-B4CE-C8F5BA2AE0DE}"/>
              </a:ext>
            </a:extLst>
          </p:cNvPr>
          <p:cNvSpPr txBox="1"/>
          <p:nvPr/>
        </p:nvSpPr>
        <p:spPr>
          <a:xfrm>
            <a:off x="1228299" y="3234519"/>
            <a:ext cx="9485194" cy="1754326"/>
          </a:xfrm>
          <a:prstGeom prst="rect">
            <a:avLst/>
          </a:prstGeom>
          <a:noFill/>
        </p:spPr>
        <p:txBody>
          <a:bodyPr wrap="square" rtlCol="0">
            <a:spAutoFit/>
          </a:bodyPr>
          <a:lstStyle/>
          <a:p>
            <a:r>
              <a:rPr lang="en-US" dirty="0"/>
              <a:t>Open a command prompt or power shell on your windows computer</a:t>
            </a:r>
          </a:p>
          <a:p>
            <a:r>
              <a:rPr lang="en-US" dirty="0"/>
              <a:t>In case you are using Linux open terminal window </a:t>
            </a:r>
          </a:p>
          <a:p>
            <a:endParaRPr lang="en-US" dirty="0"/>
          </a:p>
          <a:p>
            <a:r>
              <a:rPr lang="en-US" dirty="0"/>
              <a:t>Now </a:t>
            </a:r>
          </a:p>
          <a:p>
            <a:r>
              <a:rPr lang="en-US" dirty="0"/>
              <a:t>C:&gt; ping </a:t>
            </a:r>
            <a:r>
              <a:rPr lang="en-US" dirty="0">
                <a:hlinkClick r:id="rId2"/>
              </a:rPr>
              <a:t>www.yahoo.co</a:t>
            </a:r>
            <a:r>
              <a:rPr lang="en-IN" dirty="0">
                <a:hlinkClick r:id="rId2"/>
              </a:rPr>
              <a:t>m</a:t>
            </a:r>
            <a:endParaRPr lang="en-IN" dirty="0"/>
          </a:p>
          <a:p>
            <a:r>
              <a:rPr lang="en-IN" dirty="0"/>
              <a:t>C:&gt; tracert www.yahoo.com</a:t>
            </a:r>
            <a:endParaRPr lang="en-US" dirty="0"/>
          </a:p>
        </p:txBody>
      </p:sp>
      <p:sp>
        <p:nvSpPr>
          <p:cNvPr id="4" name="TextBox 3">
            <a:extLst>
              <a:ext uri="{FF2B5EF4-FFF2-40B4-BE49-F238E27FC236}">
                <a16:creationId xmlns:a16="http://schemas.microsoft.com/office/drawing/2014/main" id="{4321769C-55F7-4810-8F1D-A559761676AA}"/>
              </a:ext>
            </a:extLst>
          </p:cNvPr>
          <p:cNvSpPr txBox="1"/>
          <p:nvPr/>
        </p:nvSpPr>
        <p:spPr>
          <a:xfrm>
            <a:off x="1141413" y="1705970"/>
            <a:ext cx="9905998" cy="646331"/>
          </a:xfrm>
          <a:prstGeom prst="rect">
            <a:avLst/>
          </a:prstGeom>
          <a:noFill/>
        </p:spPr>
        <p:txBody>
          <a:bodyPr wrap="square" rtlCol="0">
            <a:spAutoFit/>
          </a:bodyPr>
          <a:lstStyle/>
          <a:p>
            <a:r>
              <a:rPr lang="en-US" dirty="0"/>
              <a:t>Let us see how your computer is connected to the network and how it communicate with other computers through packets.</a:t>
            </a:r>
            <a:endParaRPr lang="en-IN" dirty="0"/>
          </a:p>
        </p:txBody>
      </p:sp>
      <p:pic>
        <p:nvPicPr>
          <p:cNvPr id="10242" name="Picture 2" descr="Industrial Electrical &amp; Mechanical Safety Training | NTT Training">
            <a:extLst>
              <a:ext uri="{FF2B5EF4-FFF2-40B4-BE49-F238E27FC236}">
                <a16:creationId xmlns:a16="http://schemas.microsoft.com/office/drawing/2014/main" id="{78B3A95A-7879-486C-B266-1E5FDD86DE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45005" y="134771"/>
            <a:ext cx="1571199" cy="1571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7022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E6AAC1-A977-4456-BA20-324AC1648EBD}"/>
              </a:ext>
            </a:extLst>
          </p:cNvPr>
          <p:cNvPicPr>
            <a:picLocks noChangeAspect="1"/>
          </p:cNvPicPr>
          <p:nvPr/>
        </p:nvPicPr>
        <p:blipFill>
          <a:blip r:embed="rId2"/>
          <a:stretch>
            <a:fillRect/>
          </a:stretch>
        </p:blipFill>
        <p:spPr>
          <a:xfrm>
            <a:off x="194961" y="1378424"/>
            <a:ext cx="7420490" cy="4945998"/>
          </a:xfrm>
          <a:prstGeom prst="rect">
            <a:avLst/>
          </a:prstGeom>
        </p:spPr>
      </p:pic>
      <p:sp>
        <p:nvSpPr>
          <p:cNvPr id="15" name="Cylinder 14">
            <a:extLst>
              <a:ext uri="{FF2B5EF4-FFF2-40B4-BE49-F238E27FC236}">
                <a16:creationId xmlns:a16="http://schemas.microsoft.com/office/drawing/2014/main" id="{6B4028EC-B01E-4AF1-B085-6BDC41EC2AF0}"/>
              </a:ext>
            </a:extLst>
          </p:cNvPr>
          <p:cNvSpPr/>
          <p:nvPr/>
        </p:nvSpPr>
        <p:spPr>
          <a:xfrm>
            <a:off x="9212239" y="1610436"/>
            <a:ext cx="1815152" cy="614149"/>
          </a:xfrm>
          <a:prstGeom prst="ca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Home </a:t>
            </a:r>
            <a:r>
              <a:rPr lang="en-US" dirty="0" err="1"/>
              <a:t>wifi</a:t>
            </a:r>
            <a:r>
              <a:rPr lang="en-US" dirty="0"/>
              <a:t> Router</a:t>
            </a:r>
            <a:endParaRPr lang="en-IN" dirty="0"/>
          </a:p>
        </p:txBody>
      </p:sp>
      <p:cxnSp>
        <p:nvCxnSpPr>
          <p:cNvPr id="17" name="Straight Arrow Connector 16">
            <a:extLst>
              <a:ext uri="{FF2B5EF4-FFF2-40B4-BE49-F238E27FC236}">
                <a16:creationId xmlns:a16="http://schemas.microsoft.com/office/drawing/2014/main" id="{6B81EAC5-E4B8-4B38-8B30-BAE476C15B04}"/>
              </a:ext>
            </a:extLst>
          </p:cNvPr>
          <p:cNvCxnSpPr>
            <a:cxnSpLocks/>
          </p:cNvCxnSpPr>
          <p:nvPr/>
        </p:nvCxnSpPr>
        <p:spPr>
          <a:xfrm flipH="1">
            <a:off x="8598090" y="1917510"/>
            <a:ext cx="614149" cy="0"/>
          </a:xfrm>
          <a:prstGeom prst="straightConnector1">
            <a:avLst/>
          </a:prstGeom>
          <a:ln>
            <a:tailEnd type="triangle"/>
          </a:ln>
          <a:effectLst>
            <a:outerShdw blurRad="50800" dist="38100" algn="l" rotWithShape="0">
              <a:prstClr val="black">
                <a:alpha val="40000"/>
              </a:prstClr>
            </a:outerShdw>
          </a:effectLst>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20F9706B-5A64-49B2-A06A-B7A90F18A2A9}"/>
              </a:ext>
            </a:extLst>
          </p:cNvPr>
          <p:cNvCxnSpPr>
            <a:cxnSpLocks/>
            <a:stCxn id="15" idx="4"/>
          </p:cNvCxnSpPr>
          <p:nvPr/>
        </p:nvCxnSpPr>
        <p:spPr>
          <a:xfrm>
            <a:off x="11027391" y="1917511"/>
            <a:ext cx="464024" cy="0"/>
          </a:xfrm>
          <a:prstGeom prst="straightConnector1">
            <a:avLst/>
          </a:prstGeom>
          <a:ln>
            <a:tailEnd type="triangle"/>
          </a:ln>
          <a:effectLst>
            <a:outerShdw blurRad="50800" dist="38100" algn="l" rotWithShape="0">
              <a:prstClr val="black">
                <a:alpha val="40000"/>
              </a:prstClr>
            </a:outerShdw>
          </a:effectLst>
        </p:spPr>
        <p:style>
          <a:lnRef idx="1">
            <a:schemeClr val="dk1"/>
          </a:lnRef>
          <a:fillRef idx="0">
            <a:schemeClr val="dk1"/>
          </a:fillRef>
          <a:effectRef idx="0">
            <a:schemeClr val="dk1"/>
          </a:effectRef>
          <a:fontRef idx="minor">
            <a:schemeClr val="tx1"/>
          </a:fontRef>
        </p:style>
      </p:cxnSp>
      <p:sp>
        <p:nvSpPr>
          <p:cNvPr id="20" name="TextBox 19">
            <a:extLst>
              <a:ext uri="{FF2B5EF4-FFF2-40B4-BE49-F238E27FC236}">
                <a16:creationId xmlns:a16="http://schemas.microsoft.com/office/drawing/2014/main" id="{CF83E0D6-B4E1-4500-816E-9FD8E0CF9144}"/>
              </a:ext>
            </a:extLst>
          </p:cNvPr>
          <p:cNvSpPr txBox="1"/>
          <p:nvPr/>
        </p:nvSpPr>
        <p:spPr>
          <a:xfrm>
            <a:off x="7615451" y="900752"/>
            <a:ext cx="1705970" cy="369332"/>
          </a:xfrm>
          <a:prstGeom prst="rect">
            <a:avLst/>
          </a:prstGeom>
          <a:noFill/>
        </p:spPr>
        <p:txBody>
          <a:bodyPr wrap="square" rtlCol="0">
            <a:spAutoFit/>
          </a:bodyPr>
          <a:lstStyle/>
          <a:p>
            <a:r>
              <a:rPr lang="en-US" dirty="0"/>
              <a:t>192.168.1.1</a:t>
            </a:r>
            <a:endParaRPr lang="en-IN" dirty="0"/>
          </a:p>
        </p:txBody>
      </p:sp>
      <p:sp>
        <p:nvSpPr>
          <p:cNvPr id="22" name="TextBox 21">
            <a:extLst>
              <a:ext uri="{FF2B5EF4-FFF2-40B4-BE49-F238E27FC236}">
                <a16:creationId xmlns:a16="http://schemas.microsoft.com/office/drawing/2014/main" id="{27AB8BBE-D76E-461A-AAE8-BE22068BD444}"/>
              </a:ext>
            </a:extLst>
          </p:cNvPr>
          <p:cNvSpPr txBox="1"/>
          <p:nvPr/>
        </p:nvSpPr>
        <p:spPr>
          <a:xfrm>
            <a:off x="10526973" y="1209976"/>
            <a:ext cx="1705970" cy="369332"/>
          </a:xfrm>
          <a:prstGeom prst="rect">
            <a:avLst/>
          </a:prstGeom>
          <a:noFill/>
        </p:spPr>
        <p:txBody>
          <a:bodyPr wrap="square" rtlCol="0">
            <a:spAutoFit/>
          </a:bodyPr>
          <a:lstStyle/>
          <a:p>
            <a:r>
              <a:rPr lang="en-US" dirty="0"/>
              <a:t>10.254.0.1</a:t>
            </a:r>
            <a:endParaRPr lang="en-IN" dirty="0"/>
          </a:p>
        </p:txBody>
      </p:sp>
      <p:sp>
        <p:nvSpPr>
          <p:cNvPr id="27" name="TextBox 26">
            <a:extLst>
              <a:ext uri="{FF2B5EF4-FFF2-40B4-BE49-F238E27FC236}">
                <a16:creationId xmlns:a16="http://schemas.microsoft.com/office/drawing/2014/main" id="{DE57B27C-35B0-42FE-ADD9-B5CAEEE90945}"/>
              </a:ext>
            </a:extLst>
          </p:cNvPr>
          <p:cNvSpPr txBox="1"/>
          <p:nvPr/>
        </p:nvSpPr>
        <p:spPr>
          <a:xfrm>
            <a:off x="1337480" y="61752"/>
            <a:ext cx="6420797" cy="523220"/>
          </a:xfrm>
          <a:prstGeom prst="rect">
            <a:avLst/>
          </a:prstGeom>
          <a:noFill/>
        </p:spPr>
        <p:txBody>
          <a:bodyPr wrap="none" rtlCol="0">
            <a:spAutoFit/>
          </a:bodyPr>
          <a:lstStyle/>
          <a:p>
            <a:r>
              <a:rPr lang="en-US" sz="2800" dirty="0"/>
              <a:t>Route Taken by packets to reach yahoo.com</a:t>
            </a:r>
            <a:endParaRPr lang="en-IN" sz="2800" dirty="0"/>
          </a:p>
        </p:txBody>
      </p:sp>
      <p:pic>
        <p:nvPicPr>
          <p:cNvPr id="4098" name="Picture 2" descr="D-Link DIR-841 - AC1200 MU-MIMO Wi-Fi Gigabit Router with Fast Ethernet LAN Ports">
            <a:extLst>
              <a:ext uri="{FF2B5EF4-FFF2-40B4-BE49-F238E27FC236}">
                <a16:creationId xmlns:a16="http://schemas.microsoft.com/office/drawing/2014/main" id="{10DC1B5B-E704-442B-94FD-DAD35CC20B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80624" y="2255713"/>
            <a:ext cx="1781175" cy="1781175"/>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A wireless router that tracks user activity—but for a good reason ...">
            <a:extLst>
              <a:ext uri="{FF2B5EF4-FFF2-40B4-BE49-F238E27FC236}">
                <a16:creationId xmlns:a16="http://schemas.microsoft.com/office/drawing/2014/main" id="{A57C3CD5-6123-4CF5-844A-0BE59D1184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69891" y="4036888"/>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99791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A wireless router that tracks user activity—but for a good reason ...">
            <a:extLst>
              <a:ext uri="{FF2B5EF4-FFF2-40B4-BE49-F238E27FC236}">
                <a16:creationId xmlns:a16="http://schemas.microsoft.com/office/drawing/2014/main" id="{B24B9546-AE3F-444D-B05A-CC05F86FDC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1912" y="1086702"/>
            <a:ext cx="9021455" cy="505201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791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62FA117-7C67-4CC7-868E-D1966F38CE53}"/>
              </a:ext>
            </a:extLst>
          </p:cNvPr>
          <p:cNvPicPr>
            <a:picLocks noChangeAspect="1"/>
          </p:cNvPicPr>
          <p:nvPr/>
        </p:nvPicPr>
        <p:blipFill>
          <a:blip r:embed="rId2"/>
          <a:stretch>
            <a:fillRect/>
          </a:stretch>
        </p:blipFill>
        <p:spPr>
          <a:xfrm>
            <a:off x="1263200" y="1169585"/>
            <a:ext cx="9508965" cy="4466940"/>
          </a:xfrm>
          <a:prstGeom prst="rect">
            <a:avLst/>
          </a:prstGeom>
        </p:spPr>
      </p:pic>
      <p:sp>
        <p:nvSpPr>
          <p:cNvPr id="4" name="TextBox 3">
            <a:extLst>
              <a:ext uri="{FF2B5EF4-FFF2-40B4-BE49-F238E27FC236}">
                <a16:creationId xmlns:a16="http://schemas.microsoft.com/office/drawing/2014/main" id="{007C61CF-FA83-426D-8194-87B69A7C93C0}"/>
              </a:ext>
            </a:extLst>
          </p:cNvPr>
          <p:cNvSpPr txBox="1"/>
          <p:nvPr/>
        </p:nvSpPr>
        <p:spPr>
          <a:xfrm>
            <a:off x="1337480" y="61752"/>
            <a:ext cx="6559040" cy="523220"/>
          </a:xfrm>
          <a:prstGeom prst="rect">
            <a:avLst/>
          </a:prstGeom>
          <a:noFill/>
        </p:spPr>
        <p:txBody>
          <a:bodyPr wrap="none" rtlCol="0">
            <a:spAutoFit/>
          </a:bodyPr>
          <a:lstStyle/>
          <a:p>
            <a:r>
              <a:rPr lang="en-US" sz="2800" dirty="0"/>
              <a:t>Route Taken by packets to reach google.com</a:t>
            </a:r>
            <a:endParaRPr lang="en-IN" sz="2800" dirty="0"/>
          </a:p>
        </p:txBody>
      </p:sp>
    </p:spTree>
    <p:extLst>
      <p:ext uri="{BB962C8B-B14F-4D97-AF65-F5344CB8AC3E}">
        <p14:creationId xmlns:p14="http://schemas.microsoft.com/office/powerpoint/2010/main" val="23226510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04025A3-47B1-4F08-98AF-3F5582D6ED9B}"/>
              </a:ext>
            </a:extLst>
          </p:cNvPr>
          <p:cNvPicPr>
            <a:picLocks noChangeAspect="1"/>
          </p:cNvPicPr>
          <p:nvPr/>
        </p:nvPicPr>
        <p:blipFill>
          <a:blip r:embed="rId2"/>
          <a:stretch>
            <a:fillRect/>
          </a:stretch>
        </p:blipFill>
        <p:spPr>
          <a:xfrm>
            <a:off x="1137201" y="1815153"/>
            <a:ext cx="9917597" cy="4251989"/>
          </a:xfrm>
          <a:prstGeom prst="rect">
            <a:avLst/>
          </a:prstGeom>
        </p:spPr>
      </p:pic>
    </p:spTree>
    <p:extLst>
      <p:ext uri="{BB962C8B-B14F-4D97-AF65-F5344CB8AC3E}">
        <p14:creationId xmlns:p14="http://schemas.microsoft.com/office/powerpoint/2010/main" val="30394930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isco 891F - Router - ISDN/Mdm - 8-Port-Switch - GigE - an Rack ...">
            <a:extLst>
              <a:ext uri="{FF2B5EF4-FFF2-40B4-BE49-F238E27FC236}">
                <a16:creationId xmlns:a16="http://schemas.microsoft.com/office/drawing/2014/main" id="{674A3364-F746-4A8F-8799-9486ADF263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9087" y="1128855"/>
            <a:ext cx="2404075" cy="2003396"/>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4 SFP Based Ports Cisco ISR Router Managed Gigabit Bundle ISR4431/K9">
            <a:extLst>
              <a:ext uri="{FF2B5EF4-FFF2-40B4-BE49-F238E27FC236}">
                <a16:creationId xmlns:a16="http://schemas.microsoft.com/office/drawing/2014/main" id="{09A5DEE2-5B9A-4577-A031-F8BD00344A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9174" y="2524124"/>
            <a:ext cx="5816079" cy="41543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521971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51B74-65C1-41C8-B6AE-FE9A5E8C15F0}"/>
              </a:ext>
            </a:extLst>
          </p:cNvPr>
          <p:cNvSpPr>
            <a:spLocks noGrp="1"/>
          </p:cNvSpPr>
          <p:nvPr>
            <p:ph type="title"/>
          </p:nvPr>
        </p:nvSpPr>
        <p:spPr/>
        <p:txBody>
          <a:bodyPr/>
          <a:lstStyle/>
          <a:p>
            <a:r>
              <a:rPr lang="en-US" dirty="0"/>
              <a:t>Exercise</a:t>
            </a:r>
            <a:endParaRPr lang="en-IN" dirty="0"/>
          </a:p>
        </p:txBody>
      </p:sp>
      <p:sp>
        <p:nvSpPr>
          <p:cNvPr id="3" name="TextBox 2">
            <a:extLst>
              <a:ext uri="{FF2B5EF4-FFF2-40B4-BE49-F238E27FC236}">
                <a16:creationId xmlns:a16="http://schemas.microsoft.com/office/drawing/2014/main" id="{363E7CC8-18B4-4F89-B032-236637A54711}"/>
              </a:ext>
            </a:extLst>
          </p:cNvPr>
          <p:cNvSpPr txBox="1"/>
          <p:nvPr/>
        </p:nvSpPr>
        <p:spPr>
          <a:xfrm>
            <a:off x="1141413" y="2097088"/>
            <a:ext cx="9905998" cy="3416320"/>
          </a:xfrm>
          <a:prstGeom prst="rect">
            <a:avLst/>
          </a:prstGeom>
          <a:noFill/>
          <a:ln>
            <a:solidFill>
              <a:schemeClr val="accent1"/>
            </a:solidFill>
          </a:ln>
        </p:spPr>
        <p:txBody>
          <a:bodyPr wrap="square" rtlCol="0">
            <a:spAutoFit/>
          </a:bodyPr>
          <a:lstStyle/>
          <a:p>
            <a:r>
              <a:rPr lang="en-US" dirty="0"/>
              <a:t>1. Go to your command prompt and see what the path packets takes when you access </a:t>
            </a:r>
            <a:r>
              <a:rPr lang="en-IN" dirty="0"/>
              <a:t> your office/school or  shopping portal. </a:t>
            </a:r>
          </a:p>
          <a:p>
            <a:endParaRPr lang="en-US" dirty="0"/>
          </a:p>
          <a:p>
            <a:r>
              <a:rPr lang="en-US" dirty="0"/>
              <a:t>2. Try finding this route to the same portal at different time – Does it change why ?</a:t>
            </a:r>
          </a:p>
          <a:p>
            <a:endParaRPr lang="en-US" dirty="0"/>
          </a:p>
          <a:p>
            <a:r>
              <a:rPr lang="en-US" dirty="0"/>
              <a:t>3.If there is change in route is that justified ?</a:t>
            </a:r>
          </a:p>
          <a:p>
            <a:endParaRPr lang="en-US" dirty="0"/>
          </a:p>
          <a:p>
            <a:r>
              <a:rPr lang="en-US" dirty="0"/>
              <a:t>4. Disconnect the external internet cable from our home router and do a traceroute again what do you see now ?</a:t>
            </a:r>
          </a:p>
          <a:p>
            <a:endParaRPr lang="en-US" dirty="0"/>
          </a:p>
          <a:p>
            <a:r>
              <a:rPr lang="en-US" dirty="0"/>
              <a:t>5. How can you make use of the traceroute command for debugging networks. </a:t>
            </a:r>
          </a:p>
          <a:p>
            <a:endParaRPr lang="en-US" dirty="0"/>
          </a:p>
        </p:txBody>
      </p:sp>
    </p:spTree>
    <p:extLst>
      <p:ext uri="{BB962C8B-B14F-4D97-AF65-F5344CB8AC3E}">
        <p14:creationId xmlns:p14="http://schemas.microsoft.com/office/powerpoint/2010/main" val="23116580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82721-B868-4598-932E-F303A77058EB}"/>
              </a:ext>
            </a:extLst>
          </p:cNvPr>
          <p:cNvSpPr>
            <a:spLocks noGrp="1"/>
          </p:cNvSpPr>
          <p:nvPr>
            <p:ph type="title"/>
          </p:nvPr>
        </p:nvSpPr>
        <p:spPr>
          <a:xfrm>
            <a:off x="1141413" y="618518"/>
            <a:ext cx="9905998" cy="841792"/>
          </a:xfrm>
        </p:spPr>
        <p:txBody>
          <a:bodyPr/>
          <a:lstStyle/>
          <a:p>
            <a:r>
              <a:rPr lang="en-US" dirty="0"/>
              <a:t>Domain Name </a:t>
            </a:r>
            <a:endParaRPr lang="en-IN" dirty="0"/>
          </a:p>
        </p:txBody>
      </p:sp>
      <p:pic>
        <p:nvPicPr>
          <p:cNvPr id="4" name="Picture 3">
            <a:extLst>
              <a:ext uri="{FF2B5EF4-FFF2-40B4-BE49-F238E27FC236}">
                <a16:creationId xmlns:a16="http://schemas.microsoft.com/office/drawing/2014/main" id="{785CC39D-F6AB-4F11-99DA-A1BDB939AB6B}"/>
              </a:ext>
            </a:extLst>
          </p:cNvPr>
          <p:cNvPicPr>
            <a:picLocks noChangeAspect="1"/>
          </p:cNvPicPr>
          <p:nvPr/>
        </p:nvPicPr>
        <p:blipFill>
          <a:blip r:embed="rId2"/>
          <a:stretch>
            <a:fillRect/>
          </a:stretch>
        </p:blipFill>
        <p:spPr>
          <a:xfrm>
            <a:off x="779622" y="1460310"/>
            <a:ext cx="10632755" cy="4656982"/>
          </a:xfrm>
          <a:prstGeom prst="rect">
            <a:avLst/>
          </a:prstGeom>
        </p:spPr>
      </p:pic>
      <p:cxnSp>
        <p:nvCxnSpPr>
          <p:cNvPr id="7" name="Straight Arrow Connector 6">
            <a:extLst>
              <a:ext uri="{FF2B5EF4-FFF2-40B4-BE49-F238E27FC236}">
                <a16:creationId xmlns:a16="http://schemas.microsoft.com/office/drawing/2014/main" id="{0991F177-6001-47E7-AF6B-D4734C5D415E}"/>
              </a:ext>
            </a:extLst>
          </p:cNvPr>
          <p:cNvCxnSpPr/>
          <p:nvPr/>
        </p:nvCxnSpPr>
        <p:spPr>
          <a:xfrm flipH="1" flipV="1">
            <a:off x="7383439" y="2060812"/>
            <a:ext cx="1514901" cy="491319"/>
          </a:xfrm>
          <a:prstGeom prst="straightConnector1">
            <a:avLst/>
          </a:prstGeom>
          <a:ln w="76200">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5648321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2314F-B0BB-4992-9FDD-4D968FD78AAE}"/>
              </a:ext>
            </a:extLst>
          </p:cNvPr>
          <p:cNvSpPr>
            <a:spLocks noGrp="1"/>
          </p:cNvSpPr>
          <p:nvPr>
            <p:ph type="title"/>
          </p:nvPr>
        </p:nvSpPr>
        <p:spPr>
          <a:xfrm>
            <a:off x="1143001" y="210194"/>
            <a:ext cx="9905998" cy="950975"/>
          </a:xfrm>
        </p:spPr>
        <p:txBody>
          <a:bodyPr/>
          <a:lstStyle/>
          <a:p>
            <a:r>
              <a:rPr lang="en-US" dirty="0"/>
              <a:t>IP ADDRESS Vs names</a:t>
            </a:r>
            <a:endParaRPr lang="en-IN" dirty="0"/>
          </a:p>
        </p:txBody>
      </p:sp>
      <p:sp>
        <p:nvSpPr>
          <p:cNvPr id="3" name="TextBox 2">
            <a:extLst>
              <a:ext uri="{FF2B5EF4-FFF2-40B4-BE49-F238E27FC236}">
                <a16:creationId xmlns:a16="http://schemas.microsoft.com/office/drawing/2014/main" id="{03039391-AEFD-4181-A222-262BF98ECC44}"/>
              </a:ext>
            </a:extLst>
          </p:cNvPr>
          <p:cNvSpPr txBox="1"/>
          <p:nvPr/>
        </p:nvSpPr>
        <p:spPr>
          <a:xfrm>
            <a:off x="930322" y="1161169"/>
            <a:ext cx="10331355" cy="5078313"/>
          </a:xfrm>
          <a:prstGeom prst="rect">
            <a:avLst/>
          </a:prstGeom>
          <a:noFill/>
        </p:spPr>
        <p:txBody>
          <a:bodyPr wrap="square" rtlCol="0">
            <a:spAutoFit/>
          </a:bodyPr>
          <a:lstStyle/>
          <a:p>
            <a:pPr marL="285750" indent="-285750">
              <a:buFont typeface="Wingdings" panose="05000000000000000000" pitchFamily="2" charset="2"/>
              <a:buChar char="v"/>
            </a:pPr>
            <a:r>
              <a:rPr lang="en-US" sz="3600" dirty="0"/>
              <a:t>IP Address are hard to remember but domain names are not. </a:t>
            </a:r>
          </a:p>
          <a:p>
            <a:endParaRPr lang="en-US" sz="3600" dirty="0"/>
          </a:p>
          <a:p>
            <a:pPr marL="285750" indent="-285750">
              <a:buFont typeface="Wingdings" panose="05000000000000000000" pitchFamily="2" charset="2"/>
              <a:buChar char="v"/>
            </a:pPr>
            <a:r>
              <a:rPr lang="en-US" sz="3600" dirty="0"/>
              <a:t>Routers or switches do </a:t>
            </a:r>
            <a:r>
              <a:rPr lang="en-US" sz="3600" b="1" dirty="0"/>
              <a:t>NOT</a:t>
            </a:r>
            <a:r>
              <a:rPr lang="en-US" sz="3600" dirty="0"/>
              <a:t> understand the term domain name (</a:t>
            </a:r>
            <a:r>
              <a:rPr lang="en-US" sz="3600" dirty="0" err="1"/>
              <a:t>Eg</a:t>
            </a:r>
            <a:r>
              <a:rPr lang="en-US" sz="3600" dirty="0"/>
              <a:t>: </a:t>
            </a:r>
            <a:r>
              <a:rPr lang="en-US" sz="3600" dirty="0">
                <a:hlinkClick r:id="rId2"/>
              </a:rPr>
              <a:t>www.google.com</a:t>
            </a:r>
            <a:r>
              <a:rPr lang="en-US" sz="3600" dirty="0"/>
              <a:t>) they only understand IP address</a:t>
            </a:r>
          </a:p>
          <a:p>
            <a:pPr marL="285750" indent="-285750">
              <a:buFont typeface="Wingdings" panose="05000000000000000000" pitchFamily="2" charset="2"/>
              <a:buChar char="v"/>
            </a:pPr>
            <a:endParaRPr lang="en-US" sz="3600" dirty="0"/>
          </a:p>
          <a:p>
            <a:pPr marL="285750" indent="-285750">
              <a:buFont typeface="Wingdings" panose="05000000000000000000" pitchFamily="2" charset="2"/>
              <a:buChar char="v"/>
            </a:pPr>
            <a:r>
              <a:rPr lang="en-US" sz="3600" dirty="0"/>
              <a:t>Domain names are for humans where as IP address for Router and Switches</a:t>
            </a:r>
          </a:p>
        </p:txBody>
      </p:sp>
    </p:spTree>
    <p:extLst>
      <p:ext uri="{BB962C8B-B14F-4D97-AF65-F5344CB8AC3E}">
        <p14:creationId xmlns:p14="http://schemas.microsoft.com/office/powerpoint/2010/main" val="23192276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829A6-7E6B-49ED-B630-8324FA66CF01}"/>
              </a:ext>
            </a:extLst>
          </p:cNvPr>
          <p:cNvSpPr>
            <a:spLocks noGrp="1"/>
          </p:cNvSpPr>
          <p:nvPr>
            <p:ph type="title"/>
          </p:nvPr>
        </p:nvSpPr>
        <p:spPr>
          <a:xfrm>
            <a:off x="1414368" y="441097"/>
            <a:ext cx="9905998" cy="896383"/>
          </a:xfrm>
        </p:spPr>
        <p:txBody>
          <a:bodyPr/>
          <a:lstStyle/>
          <a:p>
            <a:pPr algn="ctr"/>
            <a:r>
              <a:rPr lang="en-US" dirty="0"/>
              <a:t>So we need a Translator </a:t>
            </a:r>
            <a:endParaRPr lang="en-IN" dirty="0"/>
          </a:p>
        </p:txBody>
      </p:sp>
      <p:pic>
        <p:nvPicPr>
          <p:cNvPr id="7170" name="Picture 2" descr="Translate world icon – inWhatLanguage">
            <a:extLst>
              <a:ext uri="{FF2B5EF4-FFF2-40B4-BE49-F238E27FC236}">
                <a16:creationId xmlns:a16="http://schemas.microsoft.com/office/drawing/2014/main" id="{786A65EA-7A02-4E3D-A71A-711343D8A6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7961" y="1770584"/>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3" name="Oval 2">
            <a:extLst>
              <a:ext uri="{FF2B5EF4-FFF2-40B4-BE49-F238E27FC236}">
                <a16:creationId xmlns:a16="http://schemas.microsoft.com/office/drawing/2014/main" id="{EB6089DD-7639-4C5A-8937-A3C82E6D9570}"/>
              </a:ext>
            </a:extLst>
          </p:cNvPr>
          <p:cNvSpPr/>
          <p:nvPr/>
        </p:nvSpPr>
        <p:spPr>
          <a:xfrm>
            <a:off x="158774" y="2364475"/>
            <a:ext cx="3253166" cy="10645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www.google.com</a:t>
            </a:r>
            <a:endParaRPr lang="en-IN" dirty="0"/>
          </a:p>
        </p:txBody>
      </p:sp>
      <p:cxnSp>
        <p:nvCxnSpPr>
          <p:cNvPr id="5" name="Straight Arrow Connector 4">
            <a:extLst>
              <a:ext uri="{FF2B5EF4-FFF2-40B4-BE49-F238E27FC236}">
                <a16:creationId xmlns:a16="http://schemas.microsoft.com/office/drawing/2014/main" id="{22C843D9-EB1C-4BC7-8C22-57A7F62701D1}"/>
              </a:ext>
            </a:extLst>
          </p:cNvPr>
          <p:cNvCxnSpPr>
            <a:stCxn id="3" idx="6"/>
            <a:endCxn id="7170" idx="1"/>
          </p:cNvCxnSpPr>
          <p:nvPr/>
        </p:nvCxnSpPr>
        <p:spPr>
          <a:xfrm flipV="1">
            <a:off x="3411940" y="2842147"/>
            <a:ext cx="1476021" cy="54591"/>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sp>
        <p:nvSpPr>
          <p:cNvPr id="6" name="Oval 5">
            <a:extLst>
              <a:ext uri="{FF2B5EF4-FFF2-40B4-BE49-F238E27FC236}">
                <a16:creationId xmlns:a16="http://schemas.microsoft.com/office/drawing/2014/main" id="{AB52FAEC-4FAC-40C6-B841-F180DE708EF9}"/>
              </a:ext>
            </a:extLst>
          </p:cNvPr>
          <p:cNvSpPr/>
          <p:nvPr/>
        </p:nvSpPr>
        <p:spPr>
          <a:xfrm>
            <a:off x="8507107" y="2337179"/>
            <a:ext cx="3253166" cy="106452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172.217.163.164</a:t>
            </a:r>
            <a:endParaRPr lang="en-IN" dirty="0"/>
          </a:p>
        </p:txBody>
      </p:sp>
      <p:cxnSp>
        <p:nvCxnSpPr>
          <p:cNvPr id="9" name="Straight Arrow Connector 8">
            <a:extLst>
              <a:ext uri="{FF2B5EF4-FFF2-40B4-BE49-F238E27FC236}">
                <a16:creationId xmlns:a16="http://schemas.microsoft.com/office/drawing/2014/main" id="{0532EBBF-123F-4FA7-8789-5755E5688263}"/>
              </a:ext>
            </a:extLst>
          </p:cNvPr>
          <p:cNvCxnSpPr>
            <a:cxnSpLocks/>
            <a:endCxn id="6" idx="2"/>
          </p:cNvCxnSpPr>
          <p:nvPr/>
        </p:nvCxnSpPr>
        <p:spPr>
          <a:xfrm>
            <a:off x="7031086" y="2842147"/>
            <a:ext cx="1476021" cy="27295"/>
          </a:xfrm>
          <a:prstGeom prst="straightConnector1">
            <a:avLst/>
          </a:prstGeom>
          <a:ln w="57150">
            <a:tailEnd type="triangle"/>
          </a:ln>
        </p:spPr>
        <p:style>
          <a:lnRef idx="1">
            <a:schemeClr val="accent2"/>
          </a:lnRef>
          <a:fillRef idx="0">
            <a:schemeClr val="accent2"/>
          </a:fillRef>
          <a:effectRef idx="0">
            <a:schemeClr val="accent2"/>
          </a:effectRef>
          <a:fontRef idx="minor">
            <a:schemeClr val="tx1"/>
          </a:fontRef>
        </p:style>
      </p:cxnSp>
      <p:sp>
        <p:nvSpPr>
          <p:cNvPr id="10" name="TextBox 9">
            <a:extLst>
              <a:ext uri="{FF2B5EF4-FFF2-40B4-BE49-F238E27FC236}">
                <a16:creationId xmlns:a16="http://schemas.microsoft.com/office/drawing/2014/main" id="{E6D8805F-6F6E-4EC2-96E0-CA4688D6F2DA}"/>
              </a:ext>
            </a:extLst>
          </p:cNvPr>
          <p:cNvSpPr txBox="1"/>
          <p:nvPr/>
        </p:nvSpPr>
        <p:spPr>
          <a:xfrm>
            <a:off x="4765894" y="4215831"/>
            <a:ext cx="2387257" cy="769441"/>
          </a:xfrm>
          <a:prstGeom prst="rect">
            <a:avLst/>
          </a:prstGeom>
          <a:noFill/>
        </p:spPr>
        <p:txBody>
          <a:bodyPr wrap="none" rtlCol="0">
            <a:spAutoFit/>
          </a:bodyPr>
          <a:lstStyle/>
          <a:p>
            <a:r>
              <a:rPr lang="en-US" sz="4400" dirty="0"/>
              <a:t>Translator</a:t>
            </a:r>
            <a:endParaRPr lang="en-IN" sz="4400" dirty="0"/>
          </a:p>
        </p:txBody>
      </p:sp>
      <p:sp>
        <p:nvSpPr>
          <p:cNvPr id="11" name="TextBox 10">
            <a:extLst>
              <a:ext uri="{FF2B5EF4-FFF2-40B4-BE49-F238E27FC236}">
                <a16:creationId xmlns:a16="http://schemas.microsoft.com/office/drawing/2014/main" id="{FCADD6E7-A421-4138-9D58-CC301368963D}"/>
              </a:ext>
            </a:extLst>
          </p:cNvPr>
          <p:cNvSpPr txBox="1"/>
          <p:nvPr/>
        </p:nvSpPr>
        <p:spPr>
          <a:xfrm>
            <a:off x="1959401" y="5075432"/>
            <a:ext cx="8391015" cy="923330"/>
          </a:xfrm>
          <a:prstGeom prst="rect">
            <a:avLst/>
          </a:prstGeom>
          <a:noFill/>
        </p:spPr>
        <p:txBody>
          <a:bodyPr wrap="none" rtlCol="0">
            <a:spAutoFit/>
          </a:bodyPr>
          <a:lstStyle/>
          <a:p>
            <a:r>
              <a:rPr lang="en-US" dirty="0"/>
              <a:t>Domain Name Server maintains a table of IP address and corresponding domain names</a:t>
            </a:r>
          </a:p>
          <a:p>
            <a:r>
              <a:rPr lang="en-US" dirty="0"/>
              <a:t>A machine which run a program which does this translation is called Domain Name Server</a:t>
            </a:r>
          </a:p>
          <a:p>
            <a:r>
              <a:rPr lang="en-US" dirty="0"/>
              <a:t>(DNS Server)</a:t>
            </a:r>
            <a:endParaRPr lang="en-IN" dirty="0"/>
          </a:p>
        </p:txBody>
      </p:sp>
    </p:spTree>
    <p:extLst>
      <p:ext uri="{BB962C8B-B14F-4D97-AF65-F5344CB8AC3E}">
        <p14:creationId xmlns:p14="http://schemas.microsoft.com/office/powerpoint/2010/main" val="52691541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70A55E1-964F-4076-8680-7E394CDD8D98}"/>
              </a:ext>
            </a:extLst>
          </p:cNvPr>
          <p:cNvPicPr>
            <a:picLocks noChangeAspect="1"/>
          </p:cNvPicPr>
          <p:nvPr/>
        </p:nvPicPr>
        <p:blipFill>
          <a:blip r:embed="rId2"/>
          <a:stretch>
            <a:fillRect/>
          </a:stretch>
        </p:blipFill>
        <p:spPr>
          <a:xfrm>
            <a:off x="2136372" y="459261"/>
            <a:ext cx="8126744" cy="6266377"/>
          </a:xfrm>
          <a:prstGeom prst="rect">
            <a:avLst/>
          </a:prstGeom>
        </p:spPr>
      </p:pic>
    </p:spTree>
    <p:extLst>
      <p:ext uri="{BB962C8B-B14F-4D97-AF65-F5344CB8AC3E}">
        <p14:creationId xmlns:p14="http://schemas.microsoft.com/office/powerpoint/2010/main" val="404302327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1081CD-5C25-41B9-AA37-7C93B848C8BB}"/>
              </a:ext>
            </a:extLst>
          </p:cNvPr>
          <p:cNvPicPr>
            <a:picLocks noChangeAspect="1"/>
          </p:cNvPicPr>
          <p:nvPr/>
        </p:nvPicPr>
        <p:blipFill>
          <a:blip r:embed="rId2"/>
          <a:stretch>
            <a:fillRect/>
          </a:stretch>
        </p:blipFill>
        <p:spPr>
          <a:xfrm>
            <a:off x="3441510" y="232040"/>
            <a:ext cx="5308979" cy="6393920"/>
          </a:xfrm>
          <a:prstGeom prst="rect">
            <a:avLst/>
          </a:prstGeom>
        </p:spPr>
      </p:pic>
    </p:spTree>
    <p:extLst>
      <p:ext uri="{BB962C8B-B14F-4D97-AF65-F5344CB8AC3E}">
        <p14:creationId xmlns:p14="http://schemas.microsoft.com/office/powerpoint/2010/main" val="307661200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6F78582-0564-4F1A-BE38-C96352A3599B}"/>
              </a:ext>
            </a:extLst>
          </p:cNvPr>
          <p:cNvPicPr>
            <a:picLocks noChangeAspect="1"/>
          </p:cNvPicPr>
          <p:nvPr/>
        </p:nvPicPr>
        <p:blipFill>
          <a:blip r:embed="rId2"/>
          <a:stretch>
            <a:fillRect/>
          </a:stretch>
        </p:blipFill>
        <p:spPr>
          <a:xfrm>
            <a:off x="709612" y="566737"/>
            <a:ext cx="10772775" cy="5724525"/>
          </a:xfrm>
          <a:prstGeom prst="rect">
            <a:avLst/>
          </a:prstGeom>
        </p:spPr>
      </p:pic>
      <p:sp>
        <p:nvSpPr>
          <p:cNvPr id="3" name="Oval 2">
            <a:extLst>
              <a:ext uri="{FF2B5EF4-FFF2-40B4-BE49-F238E27FC236}">
                <a16:creationId xmlns:a16="http://schemas.microsoft.com/office/drawing/2014/main" id="{0A3744B2-28A6-4561-82DF-027D16687327}"/>
              </a:ext>
            </a:extLst>
          </p:cNvPr>
          <p:cNvSpPr/>
          <p:nvPr/>
        </p:nvSpPr>
        <p:spPr>
          <a:xfrm>
            <a:off x="2947916" y="3302757"/>
            <a:ext cx="3548418" cy="117370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Double click here</a:t>
            </a:r>
          </a:p>
          <a:p>
            <a:pPr algn="ctr"/>
            <a:r>
              <a:rPr lang="en-US" dirty="0"/>
              <a:t>Then press the details button in the popup</a:t>
            </a:r>
            <a:endParaRPr lang="en-IN" dirty="0"/>
          </a:p>
        </p:txBody>
      </p:sp>
      <p:cxnSp>
        <p:nvCxnSpPr>
          <p:cNvPr id="5" name="Straight Arrow Connector 4">
            <a:extLst>
              <a:ext uri="{FF2B5EF4-FFF2-40B4-BE49-F238E27FC236}">
                <a16:creationId xmlns:a16="http://schemas.microsoft.com/office/drawing/2014/main" id="{250C4A95-8399-47AD-8ADD-656EB25D1750}"/>
              </a:ext>
            </a:extLst>
          </p:cNvPr>
          <p:cNvCxnSpPr>
            <a:cxnSpLocks/>
            <a:stCxn id="3" idx="0"/>
          </p:cNvCxnSpPr>
          <p:nvPr/>
        </p:nvCxnSpPr>
        <p:spPr>
          <a:xfrm flipV="1">
            <a:off x="4722125" y="2129053"/>
            <a:ext cx="1774209" cy="11737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71495858-C297-4D7F-B5FC-21ED65FDBECE}"/>
              </a:ext>
            </a:extLst>
          </p:cNvPr>
          <p:cNvPicPr>
            <a:picLocks noChangeAspect="1"/>
          </p:cNvPicPr>
          <p:nvPr/>
        </p:nvPicPr>
        <p:blipFill>
          <a:blip r:embed="rId3"/>
          <a:stretch>
            <a:fillRect/>
          </a:stretch>
        </p:blipFill>
        <p:spPr>
          <a:xfrm>
            <a:off x="7891463" y="2300001"/>
            <a:ext cx="3022658" cy="3664071"/>
          </a:xfrm>
          <a:prstGeom prst="rect">
            <a:avLst/>
          </a:prstGeom>
        </p:spPr>
      </p:pic>
      <p:cxnSp>
        <p:nvCxnSpPr>
          <p:cNvPr id="9" name="Straight Arrow Connector 8">
            <a:extLst>
              <a:ext uri="{FF2B5EF4-FFF2-40B4-BE49-F238E27FC236}">
                <a16:creationId xmlns:a16="http://schemas.microsoft.com/office/drawing/2014/main" id="{0F6227F9-8AB5-4631-A311-27F8B461F5B0}"/>
              </a:ext>
            </a:extLst>
          </p:cNvPr>
          <p:cNvCxnSpPr/>
          <p:nvPr/>
        </p:nvCxnSpPr>
        <p:spPr>
          <a:xfrm>
            <a:off x="6496334" y="4094328"/>
            <a:ext cx="1610436" cy="6414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83791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E60F5-14DF-4B3B-863E-685A2B05DFE1}"/>
              </a:ext>
            </a:extLst>
          </p:cNvPr>
          <p:cNvSpPr>
            <a:spLocks noGrp="1"/>
          </p:cNvSpPr>
          <p:nvPr>
            <p:ph type="title"/>
          </p:nvPr>
        </p:nvSpPr>
        <p:spPr>
          <a:xfrm>
            <a:off x="1141413" y="618518"/>
            <a:ext cx="9905998" cy="678019"/>
          </a:xfrm>
        </p:spPr>
        <p:txBody>
          <a:bodyPr/>
          <a:lstStyle/>
          <a:p>
            <a:r>
              <a:rPr lang="en-US" dirty="0"/>
              <a:t>Exercise</a:t>
            </a:r>
            <a:endParaRPr lang="en-IN" dirty="0"/>
          </a:p>
        </p:txBody>
      </p:sp>
      <p:sp>
        <p:nvSpPr>
          <p:cNvPr id="3" name="TextBox 2">
            <a:extLst>
              <a:ext uri="{FF2B5EF4-FFF2-40B4-BE49-F238E27FC236}">
                <a16:creationId xmlns:a16="http://schemas.microsoft.com/office/drawing/2014/main" id="{3E2346D8-BAE7-41FB-B5E7-2EBB988D28D9}"/>
              </a:ext>
            </a:extLst>
          </p:cNvPr>
          <p:cNvSpPr txBox="1"/>
          <p:nvPr/>
        </p:nvSpPr>
        <p:spPr>
          <a:xfrm>
            <a:off x="1023582" y="2019869"/>
            <a:ext cx="10358651" cy="3002507"/>
          </a:xfrm>
          <a:prstGeom prst="rect">
            <a:avLst/>
          </a:prstGeom>
          <a:noFill/>
        </p:spPr>
        <p:txBody>
          <a:bodyPr wrap="square" rtlCol="0">
            <a:spAutoFit/>
          </a:bodyPr>
          <a:lstStyle/>
          <a:p>
            <a:endParaRPr lang="en-IN" dirty="0"/>
          </a:p>
        </p:txBody>
      </p:sp>
      <p:sp>
        <p:nvSpPr>
          <p:cNvPr id="4" name="TextBox 3">
            <a:extLst>
              <a:ext uri="{FF2B5EF4-FFF2-40B4-BE49-F238E27FC236}">
                <a16:creationId xmlns:a16="http://schemas.microsoft.com/office/drawing/2014/main" id="{EE3BA2F7-DF0C-494E-90BF-9448CE6FE267}"/>
              </a:ext>
            </a:extLst>
          </p:cNvPr>
          <p:cNvSpPr txBox="1"/>
          <p:nvPr/>
        </p:nvSpPr>
        <p:spPr>
          <a:xfrm>
            <a:off x="1255594" y="1665027"/>
            <a:ext cx="10249469" cy="4524315"/>
          </a:xfrm>
          <a:prstGeom prst="rect">
            <a:avLst/>
          </a:prstGeom>
          <a:noFill/>
        </p:spPr>
        <p:txBody>
          <a:bodyPr wrap="square" rtlCol="0">
            <a:spAutoFit/>
          </a:bodyPr>
          <a:lstStyle/>
          <a:p>
            <a:r>
              <a:rPr lang="en-US" sz="2400" dirty="0"/>
              <a:t>1. Find out about the DNS Server Address configured in your router.</a:t>
            </a:r>
          </a:p>
          <a:p>
            <a:r>
              <a:rPr lang="en-US" sz="2400" dirty="0"/>
              <a:t>2. Find out the DNS Server Configured in your laptop/desktop</a:t>
            </a:r>
          </a:p>
          <a:p>
            <a:r>
              <a:rPr lang="en-US" sz="2400" dirty="0"/>
              <a:t>3. Find out the Public DNS Servers </a:t>
            </a:r>
          </a:p>
          <a:p>
            <a:r>
              <a:rPr lang="en-US" sz="2400" dirty="0"/>
              <a:t>4. How does DNS server receives data about the latest new domain names which are getting created and their corresponding IP address ?</a:t>
            </a:r>
          </a:p>
          <a:p>
            <a:r>
              <a:rPr lang="en-US" sz="2400" dirty="0"/>
              <a:t>5. Why do we need two DNS servers mentioned ? Primary and Secondary ?</a:t>
            </a:r>
          </a:p>
          <a:p>
            <a:r>
              <a:rPr lang="en-US" sz="2400" dirty="0"/>
              <a:t>6. What is the meaning of the term Default Gateway </a:t>
            </a:r>
          </a:p>
          <a:p>
            <a:r>
              <a:rPr lang="en-US" sz="2400" dirty="0"/>
              <a:t>7. Find out the default gateway of your laptop and home router.</a:t>
            </a:r>
          </a:p>
          <a:p>
            <a:r>
              <a:rPr lang="en-US" sz="2400" dirty="0"/>
              <a:t>8. Do google search for the key word “public </a:t>
            </a:r>
            <a:r>
              <a:rPr lang="en-US" sz="2400" dirty="0" err="1"/>
              <a:t>dns</a:t>
            </a:r>
            <a:r>
              <a:rPr lang="en-US" sz="2400" dirty="0"/>
              <a:t> servers” and find out what you get </a:t>
            </a:r>
          </a:p>
          <a:p>
            <a:endParaRPr lang="en-US" sz="2400" dirty="0"/>
          </a:p>
          <a:p>
            <a:endParaRPr lang="en-IN" sz="2400" dirty="0"/>
          </a:p>
        </p:txBody>
      </p:sp>
    </p:spTree>
    <p:extLst>
      <p:ext uri="{BB962C8B-B14F-4D97-AF65-F5344CB8AC3E}">
        <p14:creationId xmlns:p14="http://schemas.microsoft.com/office/powerpoint/2010/main" val="7305545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133A2-14EB-45E5-B7C8-F1C923476547}"/>
              </a:ext>
            </a:extLst>
          </p:cNvPr>
          <p:cNvSpPr>
            <a:spLocks noGrp="1"/>
          </p:cNvSpPr>
          <p:nvPr>
            <p:ph type="title"/>
          </p:nvPr>
        </p:nvSpPr>
        <p:spPr>
          <a:xfrm>
            <a:off x="1141413" y="618518"/>
            <a:ext cx="9905998" cy="1182986"/>
          </a:xfrm>
        </p:spPr>
        <p:txBody>
          <a:bodyPr>
            <a:normAutofit fontScale="90000"/>
          </a:bodyPr>
          <a:lstStyle/>
          <a:p>
            <a:pPr algn="ctr"/>
            <a:r>
              <a:rPr lang="en-US" sz="3200" dirty="0"/>
              <a:t>Would like to learn hands on Computer networking ?</a:t>
            </a:r>
            <a:br>
              <a:rPr lang="en-US" sz="3200" dirty="0"/>
            </a:br>
            <a:r>
              <a:rPr lang="en-US" sz="3200" dirty="0"/>
              <a:t>At the comfort of your home ?</a:t>
            </a:r>
            <a:br>
              <a:rPr lang="en-US" sz="3200" dirty="0"/>
            </a:br>
            <a:r>
              <a:rPr lang="en-US" sz="3200" dirty="0"/>
              <a:t>With out investing on costly HARDWARE ?</a:t>
            </a:r>
            <a:endParaRPr lang="en-IN" sz="3200" dirty="0"/>
          </a:p>
        </p:txBody>
      </p:sp>
      <p:sp>
        <p:nvSpPr>
          <p:cNvPr id="3" name="TextBox 2">
            <a:extLst>
              <a:ext uri="{FF2B5EF4-FFF2-40B4-BE49-F238E27FC236}">
                <a16:creationId xmlns:a16="http://schemas.microsoft.com/office/drawing/2014/main" id="{F67A1C3B-8241-4588-B822-998F837104CE}"/>
              </a:ext>
            </a:extLst>
          </p:cNvPr>
          <p:cNvSpPr txBox="1"/>
          <p:nvPr/>
        </p:nvSpPr>
        <p:spPr>
          <a:xfrm>
            <a:off x="1413229" y="2104114"/>
            <a:ext cx="9362365" cy="923330"/>
          </a:xfrm>
          <a:prstGeom prst="rect">
            <a:avLst/>
          </a:prstGeom>
          <a:noFill/>
        </p:spPr>
        <p:txBody>
          <a:bodyPr wrap="square" rtlCol="0">
            <a:spAutoFit/>
          </a:bodyPr>
          <a:lstStyle/>
          <a:p>
            <a:r>
              <a:rPr lang="en-US" dirty="0"/>
              <a:t>There two options available for this.</a:t>
            </a:r>
          </a:p>
          <a:p>
            <a:pPr marL="342900" indent="-342900">
              <a:buAutoNum type="arabicPeriod"/>
            </a:pPr>
            <a:r>
              <a:rPr lang="en-US" dirty="0"/>
              <a:t>GNS3 </a:t>
            </a:r>
          </a:p>
          <a:p>
            <a:pPr marL="342900" indent="-342900">
              <a:buAutoNum type="arabicPeriod"/>
            </a:pPr>
            <a:r>
              <a:rPr lang="en-US" dirty="0"/>
              <a:t>Cisco Packet Tracer</a:t>
            </a:r>
            <a:endParaRPr lang="en-IN" dirty="0"/>
          </a:p>
        </p:txBody>
      </p:sp>
      <p:sp>
        <p:nvSpPr>
          <p:cNvPr id="4" name="TextBox 3">
            <a:extLst>
              <a:ext uri="{FF2B5EF4-FFF2-40B4-BE49-F238E27FC236}">
                <a16:creationId xmlns:a16="http://schemas.microsoft.com/office/drawing/2014/main" id="{66F19249-2AB3-43F0-A07A-E48FB31EA80C}"/>
              </a:ext>
            </a:extLst>
          </p:cNvPr>
          <p:cNvSpPr txBox="1"/>
          <p:nvPr/>
        </p:nvSpPr>
        <p:spPr>
          <a:xfrm>
            <a:off x="887104" y="3330054"/>
            <a:ext cx="10481481" cy="3416320"/>
          </a:xfrm>
          <a:prstGeom prst="rect">
            <a:avLst/>
          </a:prstGeom>
          <a:noFill/>
        </p:spPr>
        <p:txBody>
          <a:bodyPr wrap="square" rtlCol="0">
            <a:spAutoFit/>
          </a:bodyPr>
          <a:lstStyle/>
          <a:p>
            <a:r>
              <a:rPr lang="en-US" b="0" i="0" dirty="0">
                <a:effectLst/>
                <a:latin typeface="Geneva"/>
              </a:rPr>
              <a:t>Packet Tracer is a network simulator has only limited real equipment features. </a:t>
            </a:r>
          </a:p>
          <a:p>
            <a:endParaRPr lang="en-US" dirty="0">
              <a:latin typeface="Geneva"/>
            </a:endParaRPr>
          </a:p>
          <a:p>
            <a:r>
              <a:rPr lang="en-US" b="0" i="0" dirty="0">
                <a:effectLst/>
                <a:latin typeface="Geneva"/>
              </a:rPr>
              <a:t>Where as GNS3 is a network emulator based on </a:t>
            </a:r>
            <a:r>
              <a:rPr lang="en-US" b="0" i="0" dirty="0" err="1">
                <a:effectLst/>
                <a:latin typeface="Geneva"/>
              </a:rPr>
              <a:t>Dynamips</a:t>
            </a:r>
            <a:r>
              <a:rPr lang="en-US" b="0" i="0" dirty="0">
                <a:effectLst/>
                <a:latin typeface="Geneva"/>
              </a:rPr>
              <a:t> and QEMU hardware simulator which uses the real binarie</a:t>
            </a:r>
            <a:r>
              <a:rPr lang="en-US" dirty="0">
                <a:latin typeface="Geneva"/>
              </a:rPr>
              <a:t>s released by Cisco. It is more closer to real world network</a:t>
            </a:r>
            <a:r>
              <a:rPr lang="en-US" b="0" i="0" dirty="0">
                <a:effectLst/>
                <a:latin typeface="Geneva"/>
              </a:rPr>
              <a:t> </a:t>
            </a:r>
            <a:br>
              <a:rPr lang="en-US" b="0" i="0" dirty="0">
                <a:effectLst/>
                <a:latin typeface="Geneva"/>
              </a:rPr>
            </a:br>
            <a:br>
              <a:rPr lang="en-US" b="0" i="0" dirty="0">
                <a:effectLst/>
                <a:latin typeface="Geneva"/>
              </a:rPr>
            </a:br>
            <a:r>
              <a:rPr lang="en-US" b="0" i="0" dirty="0">
                <a:effectLst/>
                <a:latin typeface="Geneva"/>
              </a:rPr>
              <a:t>The main limitation of GNS3 is the amount of </a:t>
            </a:r>
            <a:r>
              <a:rPr lang="en-US" b="0" i="0" dirty="0" err="1">
                <a:effectLst/>
                <a:latin typeface="Geneva"/>
              </a:rPr>
              <a:t>ressources</a:t>
            </a:r>
            <a:r>
              <a:rPr lang="en-US" b="0" i="0" dirty="0">
                <a:effectLst/>
                <a:latin typeface="Geneva"/>
              </a:rPr>
              <a:t> (CPU / memory) available on the PC for running the lab's emulated IOS images and virtual machines for clients &amp; servers simulation.</a:t>
            </a:r>
          </a:p>
          <a:p>
            <a:endParaRPr lang="en-US" dirty="0">
              <a:latin typeface="Geneva"/>
            </a:endParaRPr>
          </a:p>
          <a:p>
            <a:r>
              <a:rPr lang="en-US" dirty="0">
                <a:latin typeface="Geneva"/>
              </a:rPr>
              <a:t>GNS3 is open source and freely available for download. Runs on Windows and Linux</a:t>
            </a:r>
          </a:p>
          <a:p>
            <a:endParaRPr lang="en-US" dirty="0">
              <a:latin typeface="Geneva"/>
            </a:endParaRPr>
          </a:p>
          <a:p>
            <a:r>
              <a:rPr lang="en-US" b="1" dirty="0">
                <a:solidFill>
                  <a:srgbClr val="FF0000"/>
                </a:solidFill>
                <a:latin typeface="Geneva"/>
              </a:rPr>
              <a:t>Google for “GNS3” you will find all the material for your setup a virtual networking </a:t>
            </a:r>
            <a:r>
              <a:rPr lang="en-US" b="1" dirty="0" err="1">
                <a:solidFill>
                  <a:srgbClr val="FF0000"/>
                </a:solidFill>
                <a:latin typeface="Geneva"/>
              </a:rPr>
              <a:t>lab,on</a:t>
            </a:r>
            <a:r>
              <a:rPr lang="en-US" b="1" dirty="0">
                <a:solidFill>
                  <a:srgbClr val="FF0000"/>
                </a:solidFill>
                <a:latin typeface="Geneva"/>
              </a:rPr>
              <a:t> your laptop</a:t>
            </a:r>
            <a:endParaRPr lang="en-IN" b="1" dirty="0">
              <a:solidFill>
                <a:srgbClr val="FF0000"/>
              </a:solidFill>
            </a:endParaRPr>
          </a:p>
        </p:txBody>
      </p:sp>
    </p:spTree>
    <p:extLst>
      <p:ext uri="{BB962C8B-B14F-4D97-AF65-F5344CB8AC3E}">
        <p14:creationId xmlns:p14="http://schemas.microsoft.com/office/powerpoint/2010/main" val="265057908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E86D9-68BF-4261-AEEE-6E70429A3B5E}"/>
              </a:ext>
            </a:extLst>
          </p:cNvPr>
          <p:cNvSpPr>
            <a:spLocks noGrp="1"/>
          </p:cNvSpPr>
          <p:nvPr>
            <p:ph type="title"/>
          </p:nvPr>
        </p:nvSpPr>
        <p:spPr>
          <a:xfrm>
            <a:off x="881989" y="511521"/>
            <a:ext cx="8751625" cy="814496"/>
          </a:xfrm>
        </p:spPr>
        <p:txBody>
          <a:bodyPr/>
          <a:lstStyle/>
          <a:p>
            <a:r>
              <a:rPr lang="en-US" dirty="0"/>
              <a:t>Lets do a bit of hands on with DNS</a:t>
            </a:r>
            <a:endParaRPr lang="en-IN" dirty="0"/>
          </a:p>
        </p:txBody>
      </p:sp>
      <p:pic>
        <p:nvPicPr>
          <p:cNvPr id="11266" name="Picture 2" descr="Industrial Electrical &amp; Mechanical Safety Training | NTT Training">
            <a:extLst>
              <a:ext uri="{FF2B5EF4-FFF2-40B4-BE49-F238E27FC236}">
                <a16:creationId xmlns:a16="http://schemas.microsoft.com/office/drawing/2014/main" id="{629C6008-BA2B-4857-8841-9509AD4A83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3614" y="321396"/>
            <a:ext cx="1194747" cy="119474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117E883-1AD7-4743-8404-EAC94B58D583}"/>
              </a:ext>
            </a:extLst>
          </p:cNvPr>
          <p:cNvSpPr txBox="1"/>
          <p:nvPr/>
        </p:nvSpPr>
        <p:spPr>
          <a:xfrm>
            <a:off x="1187355" y="1516143"/>
            <a:ext cx="8446259" cy="646331"/>
          </a:xfrm>
          <a:prstGeom prst="rect">
            <a:avLst/>
          </a:prstGeom>
          <a:noFill/>
        </p:spPr>
        <p:txBody>
          <a:bodyPr wrap="square" rtlCol="0">
            <a:spAutoFit/>
          </a:bodyPr>
          <a:lstStyle/>
          <a:p>
            <a:r>
              <a:rPr lang="en-US" dirty="0"/>
              <a:t>Lets write a simple python script to find the IP address of a computer using Domain name</a:t>
            </a:r>
          </a:p>
          <a:p>
            <a:endParaRPr lang="en-IN" dirty="0"/>
          </a:p>
        </p:txBody>
      </p:sp>
      <p:sp>
        <p:nvSpPr>
          <p:cNvPr id="4" name="Scroll: Vertical 3">
            <a:extLst>
              <a:ext uri="{FF2B5EF4-FFF2-40B4-BE49-F238E27FC236}">
                <a16:creationId xmlns:a16="http://schemas.microsoft.com/office/drawing/2014/main" id="{D498CA34-313E-44AD-8DD7-2AEA5E7FDF10}"/>
              </a:ext>
            </a:extLst>
          </p:cNvPr>
          <p:cNvSpPr/>
          <p:nvPr/>
        </p:nvSpPr>
        <p:spPr>
          <a:xfrm>
            <a:off x="684091" y="2257536"/>
            <a:ext cx="10534366" cy="2342927"/>
          </a:xfrm>
          <a:prstGeom prst="verticalScroll">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lang="en-IN" b="0" i="0" dirty="0">
                <a:solidFill>
                  <a:srgbClr val="333333"/>
                </a:solidFill>
                <a:effectLst/>
                <a:latin typeface="Courier New" panose="02070309020205020404" pitchFamily="49" charset="0"/>
              </a:rPr>
              <a:t>import socket</a:t>
            </a:r>
            <a:endParaRPr lang="en-IN" b="0" i="0" dirty="0">
              <a:solidFill>
                <a:srgbClr val="333333"/>
              </a:solidFill>
              <a:effectLst/>
              <a:latin typeface="Helvetica Neue"/>
            </a:endParaRPr>
          </a:p>
          <a:p>
            <a:pPr algn="l"/>
            <a:r>
              <a:rPr lang="en-IN" b="0" i="0" dirty="0">
                <a:solidFill>
                  <a:srgbClr val="333333"/>
                </a:solidFill>
                <a:effectLst/>
                <a:latin typeface="Helvetica Neue"/>
              </a:rPr>
              <a:t> </a:t>
            </a:r>
          </a:p>
          <a:p>
            <a:pPr algn="l"/>
            <a:r>
              <a:rPr lang="en-IN" b="0" i="0" dirty="0" err="1">
                <a:solidFill>
                  <a:srgbClr val="333333"/>
                </a:solidFill>
                <a:effectLst/>
                <a:latin typeface="Courier New" panose="02070309020205020404" pitchFamily="49" charset="0"/>
              </a:rPr>
              <a:t>hostName</a:t>
            </a:r>
            <a:r>
              <a:rPr lang="en-IN" b="0" i="0" dirty="0">
                <a:solidFill>
                  <a:srgbClr val="333333"/>
                </a:solidFill>
                <a:effectLst/>
                <a:latin typeface="Courier New" panose="02070309020205020404" pitchFamily="49" charset="0"/>
              </a:rPr>
              <a:t>    = "example.org"</a:t>
            </a:r>
            <a:endParaRPr lang="en-IN" b="0" i="0" dirty="0">
              <a:solidFill>
                <a:srgbClr val="333333"/>
              </a:solidFill>
              <a:effectLst/>
              <a:latin typeface="Helvetica Neue"/>
            </a:endParaRPr>
          </a:p>
          <a:p>
            <a:pPr algn="l"/>
            <a:r>
              <a:rPr lang="en-IN" b="0" i="0" dirty="0">
                <a:solidFill>
                  <a:srgbClr val="333333"/>
                </a:solidFill>
                <a:effectLst/>
                <a:latin typeface="Helvetica Neue"/>
              </a:rPr>
              <a:t> </a:t>
            </a:r>
          </a:p>
          <a:p>
            <a:pPr algn="l"/>
            <a:r>
              <a:rPr lang="en-IN" b="0" i="0" dirty="0" err="1">
                <a:solidFill>
                  <a:srgbClr val="333333"/>
                </a:solidFill>
                <a:effectLst/>
                <a:latin typeface="Courier New" panose="02070309020205020404" pitchFamily="49" charset="0"/>
              </a:rPr>
              <a:t>ipAddress</a:t>
            </a:r>
            <a:r>
              <a:rPr lang="en-IN" b="0" i="0" dirty="0">
                <a:solidFill>
                  <a:srgbClr val="333333"/>
                </a:solidFill>
                <a:effectLst/>
                <a:latin typeface="Courier New" panose="02070309020205020404" pitchFamily="49" charset="0"/>
              </a:rPr>
              <a:t>   = </a:t>
            </a:r>
            <a:r>
              <a:rPr lang="en-IN" b="0" i="0" dirty="0" err="1">
                <a:solidFill>
                  <a:srgbClr val="333333"/>
                </a:solidFill>
                <a:effectLst/>
                <a:latin typeface="Courier New" panose="02070309020205020404" pitchFamily="49" charset="0"/>
              </a:rPr>
              <a:t>socket.gethostbyname</a:t>
            </a:r>
            <a:r>
              <a:rPr lang="en-IN" b="0" i="0" dirty="0">
                <a:solidFill>
                  <a:srgbClr val="333333"/>
                </a:solidFill>
                <a:effectLst/>
                <a:latin typeface="Courier New" panose="02070309020205020404" pitchFamily="49" charset="0"/>
              </a:rPr>
              <a:t>(</a:t>
            </a:r>
            <a:r>
              <a:rPr lang="en-IN" b="0" i="0" dirty="0" err="1">
                <a:solidFill>
                  <a:srgbClr val="333333"/>
                </a:solidFill>
                <a:effectLst/>
                <a:latin typeface="Courier New" panose="02070309020205020404" pitchFamily="49" charset="0"/>
              </a:rPr>
              <a:t>hostName</a:t>
            </a:r>
            <a:r>
              <a:rPr lang="en-IN" b="0" i="0" dirty="0">
                <a:solidFill>
                  <a:srgbClr val="333333"/>
                </a:solidFill>
                <a:effectLst/>
                <a:latin typeface="Courier New" panose="02070309020205020404" pitchFamily="49" charset="0"/>
              </a:rPr>
              <a:t>)</a:t>
            </a:r>
            <a:endParaRPr lang="en-IN" b="0" i="0" dirty="0">
              <a:solidFill>
                <a:srgbClr val="333333"/>
              </a:solidFill>
              <a:effectLst/>
              <a:latin typeface="Helvetica Neue"/>
            </a:endParaRPr>
          </a:p>
          <a:p>
            <a:pPr algn="l"/>
            <a:r>
              <a:rPr lang="en-IN" b="0" i="0" dirty="0">
                <a:solidFill>
                  <a:srgbClr val="333333"/>
                </a:solidFill>
                <a:effectLst/>
                <a:latin typeface="Courier New" panose="02070309020205020404" pitchFamily="49" charset="0"/>
              </a:rPr>
              <a:t>print("IP address of the host name {} is: {}".format(</a:t>
            </a:r>
            <a:r>
              <a:rPr lang="en-IN" b="0" i="0" dirty="0" err="1">
                <a:solidFill>
                  <a:srgbClr val="333333"/>
                </a:solidFill>
                <a:effectLst/>
                <a:latin typeface="Courier New" panose="02070309020205020404" pitchFamily="49" charset="0"/>
              </a:rPr>
              <a:t>hostName</a:t>
            </a:r>
            <a:r>
              <a:rPr lang="en-IN" b="0" i="0" dirty="0">
                <a:solidFill>
                  <a:srgbClr val="333333"/>
                </a:solidFill>
                <a:effectLst/>
                <a:latin typeface="Courier New" panose="02070309020205020404" pitchFamily="49" charset="0"/>
              </a:rPr>
              <a:t>, </a:t>
            </a:r>
            <a:r>
              <a:rPr lang="en-IN" b="0" i="0" dirty="0" err="1">
                <a:solidFill>
                  <a:srgbClr val="333333"/>
                </a:solidFill>
                <a:effectLst/>
                <a:latin typeface="Courier New" panose="02070309020205020404" pitchFamily="49" charset="0"/>
              </a:rPr>
              <a:t>ipAddress</a:t>
            </a:r>
            <a:r>
              <a:rPr lang="en-IN" b="0" i="0" dirty="0">
                <a:solidFill>
                  <a:srgbClr val="333333"/>
                </a:solidFill>
                <a:effectLst/>
                <a:latin typeface="Courier New" panose="02070309020205020404" pitchFamily="49" charset="0"/>
              </a:rPr>
              <a:t>))</a:t>
            </a:r>
            <a:endParaRPr lang="en-IN" b="0" i="0" dirty="0">
              <a:solidFill>
                <a:srgbClr val="333333"/>
              </a:solidFill>
              <a:effectLst/>
              <a:latin typeface="Helvetica Neue"/>
            </a:endParaRPr>
          </a:p>
        </p:txBody>
      </p:sp>
      <p:sp>
        <p:nvSpPr>
          <p:cNvPr id="5" name="Rectangle: Rounded Corners 4">
            <a:extLst>
              <a:ext uri="{FF2B5EF4-FFF2-40B4-BE49-F238E27FC236}">
                <a16:creationId xmlns:a16="http://schemas.microsoft.com/office/drawing/2014/main" id="{F0AEF782-D8A9-43B4-8F52-F5502B645ED8}"/>
              </a:ext>
            </a:extLst>
          </p:cNvPr>
          <p:cNvSpPr/>
          <p:nvPr/>
        </p:nvSpPr>
        <p:spPr>
          <a:xfrm>
            <a:off x="1528549" y="4954137"/>
            <a:ext cx="9689908" cy="1582467"/>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C:\Users\giris\Documents\IotTraining\code&gt;python dns.py</a:t>
            </a:r>
          </a:p>
          <a:p>
            <a:r>
              <a:rPr lang="en-US" dirty="0">
                <a:solidFill>
                  <a:schemeClr val="tx1"/>
                </a:solidFill>
              </a:rPr>
              <a:t>IP address of the host name example.org is: 93.184.216.34</a:t>
            </a:r>
          </a:p>
          <a:p>
            <a:endParaRPr lang="en-US" dirty="0">
              <a:solidFill>
                <a:schemeClr val="tx1"/>
              </a:solidFill>
            </a:endParaRPr>
          </a:p>
          <a:p>
            <a:r>
              <a:rPr lang="en-US" dirty="0">
                <a:solidFill>
                  <a:schemeClr val="tx1"/>
                </a:solidFill>
              </a:rPr>
              <a:t>C:\Users\giris\Documents\IotTraining\code&gt;</a:t>
            </a:r>
            <a:endParaRPr lang="en-IN" dirty="0">
              <a:solidFill>
                <a:schemeClr val="tx1"/>
              </a:solidFill>
            </a:endParaRPr>
          </a:p>
        </p:txBody>
      </p:sp>
    </p:spTree>
    <p:extLst>
      <p:ext uri="{BB962C8B-B14F-4D97-AF65-F5344CB8AC3E}">
        <p14:creationId xmlns:p14="http://schemas.microsoft.com/office/powerpoint/2010/main" val="12614962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B5F27"/>
      </a:dk2>
      <a:lt2>
        <a:srgbClr val="D8FC68"/>
      </a:lt2>
      <a:accent1>
        <a:srgbClr val="DDC855"/>
      </a:accent1>
      <a:accent2>
        <a:srgbClr val="FCA03D"/>
      </a:accent2>
      <a:accent3>
        <a:srgbClr val="E36439"/>
      </a:accent3>
      <a:accent4>
        <a:srgbClr val="C2935B"/>
      </a:accent4>
      <a:accent5>
        <a:srgbClr val="88C25C"/>
      </a:accent5>
      <a:accent6>
        <a:srgbClr val="BFCC86"/>
      </a:accent6>
      <a:hlink>
        <a:srgbClr val="FFCE23"/>
      </a:hlink>
      <a:folHlink>
        <a:srgbClr val="FDEB86"/>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82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97ECCC31-8429-4523-BE8D-8F09B7A4D4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610</TotalTime>
  <Words>2791</Words>
  <Application>Microsoft Office PowerPoint</Application>
  <PresentationFormat>Widescreen</PresentationFormat>
  <Paragraphs>278</Paragraphs>
  <Slides>44</Slides>
  <Notes>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44</vt:i4>
      </vt:variant>
    </vt:vector>
  </HeadingPairs>
  <TitlesOfParts>
    <vt:vector size="58" baseType="lpstr">
      <vt:lpstr>Arial</vt:lpstr>
      <vt:lpstr>Calibri</vt:lpstr>
      <vt:lpstr>Courier New</vt:lpstr>
      <vt:lpstr>Geneva</vt:lpstr>
      <vt:lpstr>Helvetica Neue</vt:lpstr>
      <vt:lpstr>inherit</vt:lpstr>
      <vt:lpstr>Ink Free</vt:lpstr>
      <vt:lpstr>Open Sans</vt:lpstr>
      <vt:lpstr>Proxima Nova</vt:lpstr>
      <vt:lpstr>Roboto</vt:lpstr>
      <vt:lpstr>Times New Roman</vt:lpstr>
      <vt:lpstr>Tw Cen MT</vt:lpstr>
      <vt:lpstr>Wingdings</vt:lpstr>
      <vt:lpstr>Circuit</vt:lpstr>
      <vt:lpstr>Internet of Things</vt:lpstr>
      <vt:lpstr>What is internet of Things</vt:lpstr>
      <vt:lpstr>PowerPoint Presentation</vt:lpstr>
      <vt:lpstr>Listen to Kevin for few minutes</vt:lpstr>
      <vt:lpstr>What are embedded computers</vt:lpstr>
      <vt:lpstr>Applications of Iot</vt:lpstr>
      <vt:lpstr>Industrial Revolution</vt:lpstr>
      <vt:lpstr>Iot in use (Car develops a fault)</vt:lpstr>
      <vt:lpstr>Iot in emergency</vt:lpstr>
      <vt:lpstr>embedded computers and Iot</vt:lpstr>
      <vt:lpstr>History of Iot</vt:lpstr>
      <vt:lpstr>What was the first iot device</vt:lpstr>
      <vt:lpstr>Structure Of Internet</vt:lpstr>
      <vt:lpstr>What is aN IP Address</vt:lpstr>
      <vt:lpstr>PowerPoint Presentation</vt:lpstr>
      <vt:lpstr>Little more deep into IP address</vt:lpstr>
      <vt:lpstr>PowerPoint Presentation</vt:lpstr>
      <vt:lpstr>IP Address</vt:lpstr>
      <vt:lpstr>Hands ON – let us see what is the IP address and Physical address of your laptop</vt:lpstr>
      <vt:lpstr>PowerPoint Presentation</vt:lpstr>
      <vt:lpstr>PowerPoint Presentation</vt:lpstr>
      <vt:lpstr>PowerPoint Presentation</vt:lpstr>
      <vt:lpstr>PowerPoint Presentation</vt:lpstr>
      <vt:lpstr>PowerPoint Presentation</vt:lpstr>
      <vt:lpstr>PowerPoint Presentation</vt:lpstr>
      <vt:lpstr>How are computer connected ?</vt:lpstr>
      <vt:lpstr>PowerPoint Presentation</vt:lpstr>
      <vt:lpstr>How are computer connected to communicate ?</vt:lpstr>
      <vt:lpstr>Let us do some hands ON</vt:lpstr>
      <vt:lpstr>PowerPoint Presentation</vt:lpstr>
      <vt:lpstr>PowerPoint Presentation</vt:lpstr>
      <vt:lpstr>PowerPoint Presentation</vt:lpstr>
      <vt:lpstr>PowerPoint Presentation</vt:lpstr>
      <vt:lpstr>PowerPoint Presentation</vt:lpstr>
      <vt:lpstr>Exercise</vt:lpstr>
      <vt:lpstr>Domain Name </vt:lpstr>
      <vt:lpstr>IP ADDRESS Vs names</vt:lpstr>
      <vt:lpstr>So we need a Translator </vt:lpstr>
      <vt:lpstr>PowerPoint Presentation</vt:lpstr>
      <vt:lpstr>PowerPoint Presentation</vt:lpstr>
      <vt:lpstr>PowerPoint Presentation</vt:lpstr>
      <vt:lpstr>Exercise</vt:lpstr>
      <vt:lpstr>Would like to learn hands on Computer networking ? At the comfort of your home ? With out investing on costly HARDWARE ?</vt:lpstr>
      <vt:lpstr>Lets do a bit of hands on with DNS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Internet of Things</dc:title>
  <dc:creator>Girish Kumar</dc:creator>
  <cp:lastModifiedBy>Girish Kumar</cp:lastModifiedBy>
  <cp:revision>48</cp:revision>
  <dcterms:created xsi:type="dcterms:W3CDTF">2020-07-16T07:58:17Z</dcterms:created>
  <dcterms:modified xsi:type="dcterms:W3CDTF">2020-07-16T18:09:05Z</dcterms:modified>
</cp:coreProperties>
</file>