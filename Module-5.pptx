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65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01D8-178A-42BA-920F-0B258846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60" y="2791874"/>
            <a:ext cx="9905998" cy="1478570"/>
          </a:xfrm>
        </p:spPr>
        <p:txBody>
          <a:bodyPr/>
          <a:lstStyle/>
          <a:p>
            <a:r>
              <a:rPr lang="en-IN" sz="3600" dirty="0"/>
              <a:t>Introduction to Security in IoT</a:t>
            </a:r>
            <a:br>
              <a:rPr lang="en-IN" sz="36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2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4181-D837-409C-B644-DA121465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0952"/>
            <a:ext cx="9905998" cy="984995"/>
          </a:xfrm>
        </p:spPr>
        <p:txBody>
          <a:bodyPr/>
          <a:lstStyle/>
          <a:p>
            <a:r>
              <a:rPr lang="en-US" dirty="0"/>
              <a:t>Why do we need security in IOT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832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1918</TotalTime>
  <Words>13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Introduction to Security in IoT </vt:lpstr>
      <vt:lpstr>Why do we need security in IOT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</dc:title>
  <dc:creator>Girish Kumar</dc:creator>
  <cp:lastModifiedBy>Girish Kumar</cp:lastModifiedBy>
  <cp:revision>63</cp:revision>
  <dcterms:created xsi:type="dcterms:W3CDTF">2020-07-17T04:46:15Z</dcterms:created>
  <dcterms:modified xsi:type="dcterms:W3CDTF">2020-07-21T12:22:24Z</dcterms:modified>
</cp:coreProperties>
</file>