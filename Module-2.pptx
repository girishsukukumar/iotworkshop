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D0802-6BF9-4C83-BEB5-9412B0D68A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IOT fundamentals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11286-55C2-4C7B-A0BB-2D7D7E4316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Girish s Kumar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4285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2000"/>
                <a:satMod val="150000"/>
                <a:lumMod val="15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BD10-C552-4254-8305-CF17F1EDA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12717"/>
          </a:xfrm>
        </p:spPr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EDA14-9CF8-4289-9986-AAB38AC9F5F4}"/>
              </a:ext>
            </a:extLst>
          </p:cNvPr>
          <p:cNvSpPr txBox="1"/>
          <p:nvPr/>
        </p:nvSpPr>
        <p:spPr>
          <a:xfrm>
            <a:off x="1249017" y="1431235"/>
            <a:ext cx="9299713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What is cloud Computing and how it is related to IoT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dirty="0"/>
              <a:t>Introduction to Development environment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dirty="0"/>
              <a:t>Introduction to Sensors &amp; Actuators  for IoT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dirty="0"/>
              <a:t>How are Sensors &amp; Actuators integrated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dirty="0"/>
              <a:t>Introduction to Security in IoT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800" dirty="0"/>
              <a:t>How to develop a simple IoT use case</a:t>
            </a:r>
          </a:p>
        </p:txBody>
      </p:sp>
    </p:spTree>
    <p:extLst>
      <p:ext uri="{BB962C8B-B14F-4D97-AF65-F5344CB8AC3E}">
        <p14:creationId xmlns:p14="http://schemas.microsoft.com/office/powerpoint/2010/main" val="1599952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49AB-8ED1-4EF1-8EB7-DCC3E377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05482"/>
          </a:xfrm>
        </p:spPr>
        <p:txBody>
          <a:bodyPr/>
          <a:lstStyle/>
          <a:p>
            <a:r>
              <a:rPr lang="en-US" sz="3600" dirty="0"/>
              <a:t>What is cloud Computing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50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D2643-9C32-4C08-8B46-BDB94D9D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59708"/>
          </a:xfrm>
        </p:spPr>
        <p:txBody>
          <a:bodyPr/>
          <a:lstStyle/>
          <a:p>
            <a:r>
              <a:rPr lang="en-US" dirty="0"/>
              <a:t>How Is cloud Computing related to </a:t>
            </a:r>
            <a:r>
              <a:rPr lang="en-US" dirty="0" err="1"/>
              <a:t>Iot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369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F0AD1-339B-4A22-82F7-6911CBC0E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25969"/>
          </a:xfrm>
        </p:spPr>
        <p:txBody>
          <a:bodyPr/>
          <a:lstStyle/>
          <a:p>
            <a:r>
              <a:rPr lang="en-US" dirty="0"/>
              <a:t>Development environment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5937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47E9-C92F-4AAB-9ACB-46499099C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8702" y="1917494"/>
            <a:ext cx="8791575" cy="2387600"/>
          </a:xfrm>
        </p:spPr>
        <p:txBody>
          <a:bodyPr/>
          <a:lstStyle/>
          <a:p>
            <a:r>
              <a:rPr lang="en-IN" sz="4800" dirty="0"/>
              <a:t>Introduction to Sensors &amp; Actuators  for IoT</a:t>
            </a:r>
            <a:br>
              <a:rPr lang="en-IN" sz="48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6195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1E351-A049-4500-B46E-D1136A93D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39221"/>
          </a:xfrm>
        </p:spPr>
        <p:txBody>
          <a:bodyPr/>
          <a:lstStyle/>
          <a:p>
            <a:r>
              <a:rPr lang="en-US" dirty="0"/>
              <a:t>What are sensors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0621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72E23-8F7E-4294-9E62-12CA212CD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45239"/>
          </a:xfrm>
        </p:spPr>
        <p:txBody>
          <a:bodyPr/>
          <a:lstStyle/>
          <a:p>
            <a:r>
              <a:rPr lang="en-US" dirty="0"/>
              <a:t>What sensor for IOT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150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1334C-41EC-4325-A326-3625E3252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</a:t>
            </a:r>
            <a:r>
              <a:rPr lang="en-IN" sz="3600" dirty="0"/>
              <a:t>Actuators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6187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01D8-178A-42BA-920F-0B258846E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60" y="2791874"/>
            <a:ext cx="9905998" cy="1478570"/>
          </a:xfrm>
        </p:spPr>
        <p:txBody>
          <a:bodyPr/>
          <a:lstStyle/>
          <a:p>
            <a:r>
              <a:rPr lang="en-IN" sz="3600" dirty="0"/>
              <a:t>Introduction to Security in IoT</a:t>
            </a:r>
            <a:br>
              <a:rPr lang="en-IN" sz="36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2279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4181-D837-409C-B644-DA121465E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84995"/>
          </a:xfrm>
        </p:spPr>
        <p:txBody>
          <a:bodyPr/>
          <a:lstStyle/>
          <a:p>
            <a:r>
              <a:rPr lang="en-US" dirty="0"/>
              <a:t>Why do we need security in IOT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68321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8D1E14"/>
      </a:dk2>
      <a:lt2>
        <a:srgbClr val="FF744E"/>
      </a:lt2>
      <a:accent1>
        <a:srgbClr val="E9B758"/>
      </a:accent1>
      <a:accent2>
        <a:srgbClr val="FE8943"/>
      </a:accent2>
      <a:accent3>
        <a:srgbClr val="AEA27C"/>
      </a:accent3>
      <a:accent4>
        <a:srgbClr val="90B46E"/>
      </a:accent4>
      <a:accent5>
        <a:srgbClr val="71AEC1"/>
      </a:accent5>
      <a:accent6>
        <a:srgbClr val="C98DE7"/>
      </a:accent6>
      <a:hlink>
        <a:srgbClr val="FF7A22"/>
      </a:hlink>
      <a:folHlink>
        <a:srgbClr val="FDCD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2000"/>
                <a:satMod val="150000"/>
                <a:lumMod val="15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971C58-AB76-4A2A-B231-5F8CA03CF4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12</TotalTime>
  <Words>91</Words>
  <Application>Microsoft Office PowerPoint</Application>
  <PresentationFormat>Widescreen</PresentationFormat>
  <Paragraphs>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IOT fundamentals</vt:lpstr>
      <vt:lpstr>Agenda</vt:lpstr>
      <vt:lpstr>What is cloud Computing</vt:lpstr>
      <vt:lpstr>How Is cloud Computing related to Iot</vt:lpstr>
      <vt:lpstr>Development environment</vt:lpstr>
      <vt:lpstr>Introduction to Sensors &amp; Actuators  for IoT </vt:lpstr>
      <vt:lpstr>What are sensors </vt:lpstr>
      <vt:lpstr>What sensor for IOT</vt:lpstr>
      <vt:lpstr>What are Actuators</vt:lpstr>
      <vt:lpstr>Introduction to Security in IoT </vt:lpstr>
      <vt:lpstr>Why do we need security in IOT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fundamentals</dc:title>
  <dc:creator>Girish Kumar</dc:creator>
  <cp:lastModifiedBy>Girish Kumar</cp:lastModifiedBy>
  <cp:revision>5</cp:revision>
  <dcterms:created xsi:type="dcterms:W3CDTF">2020-07-17T04:46:15Z</dcterms:created>
  <dcterms:modified xsi:type="dcterms:W3CDTF">2020-07-17T04:58:41Z</dcterms:modified>
</cp:coreProperties>
</file>