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influxdata.com/influxdb/v1.8/introduction/install/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rafana.com/docs/grafana/latest/installation/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701D8-178A-42BA-920F-0B258846E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960" y="2791874"/>
            <a:ext cx="9905998" cy="1478570"/>
          </a:xfrm>
        </p:spPr>
        <p:txBody>
          <a:bodyPr/>
          <a:lstStyle/>
          <a:p>
            <a:pPr algn="ctr"/>
            <a:r>
              <a:rPr lang="en-IN" sz="3600" dirty="0"/>
              <a:t>Introduction </a:t>
            </a:r>
            <a:r>
              <a:rPr lang="en-IN" dirty="0"/>
              <a:t>IoT </a:t>
            </a:r>
            <a:r>
              <a:rPr lang="en-IN" dirty="0" err="1"/>
              <a:t>PlatfoRMS</a:t>
            </a:r>
            <a:br>
              <a:rPr lang="en-IN" sz="3600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2279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916C084-54F1-4593-BA01-74E0F0EB43FF}"/>
              </a:ext>
            </a:extLst>
          </p:cNvPr>
          <p:cNvSpPr/>
          <p:nvPr/>
        </p:nvSpPr>
        <p:spPr>
          <a:xfrm>
            <a:off x="4094921" y="172279"/>
            <a:ext cx="3776870" cy="1683026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IoT Platforms</a:t>
            </a:r>
            <a:endParaRPr lang="en-IN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03065B2-F66C-43C0-A004-4BE97F28CE29}"/>
              </a:ext>
            </a:extLst>
          </p:cNvPr>
          <p:cNvSpPr/>
          <p:nvPr/>
        </p:nvSpPr>
        <p:spPr>
          <a:xfrm>
            <a:off x="417443" y="2335696"/>
            <a:ext cx="3776870" cy="1683026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Open Source</a:t>
            </a:r>
            <a:endParaRPr lang="en-IN" sz="28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126F276-718F-4C83-9642-2680B00845EE}"/>
              </a:ext>
            </a:extLst>
          </p:cNvPr>
          <p:cNvSpPr/>
          <p:nvPr/>
        </p:nvSpPr>
        <p:spPr>
          <a:xfrm>
            <a:off x="7812157" y="2259496"/>
            <a:ext cx="3776870" cy="1683026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Commercial </a:t>
            </a:r>
            <a:endParaRPr lang="en-IN" sz="28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0850EF9-6855-43C0-8415-2558960CDAE5}"/>
              </a:ext>
            </a:extLst>
          </p:cNvPr>
          <p:cNvSpPr/>
          <p:nvPr/>
        </p:nvSpPr>
        <p:spPr>
          <a:xfrm>
            <a:off x="192156" y="4843669"/>
            <a:ext cx="1232452" cy="1842052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On-Premises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5ACBEA0-2655-4366-9E76-68A6C14C631A}"/>
              </a:ext>
            </a:extLst>
          </p:cNvPr>
          <p:cNvSpPr/>
          <p:nvPr/>
        </p:nvSpPr>
        <p:spPr>
          <a:xfrm>
            <a:off x="3246784" y="4793973"/>
            <a:ext cx="1232452" cy="184205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Cloud or hosted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24AA72D-8DBE-4E69-9199-9B01F2149CDD}"/>
              </a:ext>
            </a:extLst>
          </p:cNvPr>
          <p:cNvSpPr/>
          <p:nvPr/>
        </p:nvSpPr>
        <p:spPr>
          <a:xfrm>
            <a:off x="7871791" y="4843669"/>
            <a:ext cx="1232452" cy="1842052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 Premises</a:t>
            </a:r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29D942E-BC85-4FCB-AC1C-E041C17B667E}"/>
              </a:ext>
            </a:extLst>
          </p:cNvPr>
          <p:cNvSpPr/>
          <p:nvPr/>
        </p:nvSpPr>
        <p:spPr>
          <a:xfrm>
            <a:off x="10661375" y="4793973"/>
            <a:ext cx="1232452" cy="184205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Cloud or Hosted </a:t>
            </a:r>
            <a:endParaRPr lang="en-IN" dirty="0">
              <a:solidFill>
                <a:srgbClr val="00206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8780DE2-9E26-42AD-9A3E-DA07159DAAB8}"/>
              </a:ext>
            </a:extLst>
          </p:cNvPr>
          <p:cNvCxnSpPr>
            <a:endCxn id="7" idx="6"/>
          </p:cNvCxnSpPr>
          <p:nvPr/>
        </p:nvCxnSpPr>
        <p:spPr>
          <a:xfrm flipH="1">
            <a:off x="4194313" y="1954696"/>
            <a:ext cx="1729409" cy="122251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337D0AE-F0C9-4E25-9EDD-8002A19B3CD0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6096000" y="1954696"/>
            <a:ext cx="1716157" cy="114631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9CBCF1C-6FBF-4A8D-82AD-E8F3F88E1DBA}"/>
              </a:ext>
            </a:extLst>
          </p:cNvPr>
          <p:cNvCxnSpPr>
            <a:stCxn id="7" idx="4"/>
            <a:endCxn id="10" idx="0"/>
          </p:cNvCxnSpPr>
          <p:nvPr/>
        </p:nvCxnSpPr>
        <p:spPr>
          <a:xfrm flipH="1">
            <a:off x="808382" y="4018722"/>
            <a:ext cx="1497496" cy="82494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9BB3D28-7D69-446F-B5CC-606F2CD6C668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2305878" y="4018722"/>
            <a:ext cx="1557132" cy="77525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7A0FFFF-4FB8-41FB-B9D9-D8ED14712F29}"/>
              </a:ext>
            </a:extLst>
          </p:cNvPr>
          <p:cNvCxnSpPr/>
          <p:nvPr/>
        </p:nvCxnSpPr>
        <p:spPr>
          <a:xfrm flipH="1">
            <a:off x="8362120" y="3922644"/>
            <a:ext cx="1497496" cy="82494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0B7F3C7-C0CD-405E-8EAD-6B21CF609F71}"/>
              </a:ext>
            </a:extLst>
          </p:cNvPr>
          <p:cNvCxnSpPr>
            <a:cxnSpLocks/>
          </p:cNvCxnSpPr>
          <p:nvPr/>
        </p:nvCxnSpPr>
        <p:spPr>
          <a:xfrm>
            <a:off x="9859616" y="3922644"/>
            <a:ext cx="1557132" cy="77525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832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EB24C5-7640-4801-8CC3-CCD7A98741B9}"/>
              </a:ext>
            </a:extLst>
          </p:cNvPr>
          <p:cNvSpPr/>
          <p:nvPr/>
        </p:nvSpPr>
        <p:spPr>
          <a:xfrm>
            <a:off x="340587" y="1643270"/>
            <a:ext cx="11510843" cy="224739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Let us Build an IoT Platform of our own</a:t>
            </a:r>
          </a:p>
        </p:txBody>
      </p:sp>
      <p:pic>
        <p:nvPicPr>
          <p:cNvPr id="1026" name="Picture 2" descr="cartoon of two kids building a model of a satellite">
            <a:extLst>
              <a:ext uri="{FF2B5EF4-FFF2-40B4-BE49-F238E27FC236}">
                <a16:creationId xmlns:a16="http://schemas.microsoft.com/office/drawing/2014/main" id="{FE0B6CBF-4868-4280-811B-F22979990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7979" y="2610678"/>
            <a:ext cx="6523985" cy="3777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85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464E8-3B65-4370-A3E1-E73591903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53691"/>
          </a:xfrm>
        </p:spPr>
        <p:txBody>
          <a:bodyPr/>
          <a:lstStyle/>
          <a:p>
            <a:r>
              <a:rPr lang="en-US" dirty="0"/>
              <a:t>What you need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5C48D7-31F5-4087-BA12-649500A6B810}"/>
              </a:ext>
            </a:extLst>
          </p:cNvPr>
          <p:cNvSpPr/>
          <p:nvPr/>
        </p:nvSpPr>
        <p:spPr>
          <a:xfrm>
            <a:off x="625119" y="1726963"/>
            <a:ext cx="6450740" cy="298543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342900" indent="-342900">
              <a:buAutoNum type="arabicPeriod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Laptop</a:t>
            </a:r>
          </a:p>
          <a:p>
            <a:pPr marL="342900" indent="-342900">
              <a:buAutoNum type="arabicPeriod"/>
            </a:pP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Raspberry Pi /ESP32 board/Arduino</a:t>
            </a:r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AutoNum type="arabicPeriod"/>
            </a:pP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Grafana (Open Source</a:t>
            </a:r>
            <a:r>
              <a:rPr lang="en-IN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  <a:p>
            <a:pPr marL="342900" indent="-342900">
              <a:buAutoNum type="arabicPeriod"/>
            </a:pPr>
            <a:r>
              <a:rPr lang="en-IN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Influx Database (Open source)</a:t>
            </a:r>
          </a:p>
          <a:p>
            <a:pPr marL="342900" indent="-342900">
              <a:buFontTx/>
              <a:buAutoNum type="arabicPeriod"/>
            </a:pPr>
            <a:r>
              <a:rPr lang="en-IN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Python 3.5 or higher(Open source)</a:t>
            </a:r>
          </a:p>
          <a:p>
            <a:pPr marL="342900" indent="-342900">
              <a:buFontTx/>
              <a:buAutoNum type="arabicPeriod"/>
            </a:pP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Amazon Free Sail instance</a:t>
            </a: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Instead of Amazon Free sail you  c</a:t>
            </a:r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 have Raspberry Pi or a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laptop</a:t>
            </a:r>
            <a:b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 which case it will be in local network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DEA22B5-30DF-42AF-9CE6-9965E4A4D27C}"/>
              </a:ext>
            </a:extLst>
          </p:cNvPr>
          <p:cNvSpPr/>
          <p:nvPr/>
        </p:nvSpPr>
        <p:spPr>
          <a:xfrm>
            <a:off x="7971906" y="228449"/>
            <a:ext cx="3294889" cy="852473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Capture</a:t>
            </a:r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2E5374E-5AA6-4A63-9A05-80ADFBD999D7}"/>
              </a:ext>
            </a:extLst>
          </p:cNvPr>
          <p:cNvSpPr/>
          <p:nvPr/>
        </p:nvSpPr>
        <p:spPr>
          <a:xfrm>
            <a:off x="8183940" y="1800720"/>
            <a:ext cx="3294889" cy="852473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Visualize</a:t>
            </a:r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CC2A93-F760-4C55-998C-6B3DC69E9D06}"/>
              </a:ext>
            </a:extLst>
          </p:cNvPr>
          <p:cNvSpPr/>
          <p:nvPr/>
        </p:nvSpPr>
        <p:spPr>
          <a:xfrm>
            <a:off x="8276705" y="5130279"/>
            <a:ext cx="3294889" cy="852473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Analyze</a:t>
            </a:r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E7E0E6B-1703-44F4-BC44-66C6D665EBB8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420140" y="3568185"/>
            <a:ext cx="3339090" cy="1686936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532B31-497F-4E24-AA7C-040445FD528C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4214191" y="2226957"/>
            <a:ext cx="3969749" cy="660934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824D514-8538-4762-A98A-D7939437D340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4505739" y="654686"/>
            <a:ext cx="3466167" cy="1572270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BE7CB732-A60C-41CB-9E0A-A457E3184CD2}"/>
              </a:ext>
            </a:extLst>
          </p:cNvPr>
          <p:cNvSpPr/>
          <p:nvPr/>
        </p:nvSpPr>
        <p:spPr>
          <a:xfrm>
            <a:off x="8183939" y="3115812"/>
            <a:ext cx="3294889" cy="852473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Storage</a:t>
            </a:r>
            <a:endParaRPr lang="en-I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D9CC8DD-52EF-42BF-9590-DB6D5031E6F3}"/>
              </a:ext>
            </a:extLst>
          </p:cNvPr>
          <p:cNvCxnSpPr>
            <a:cxnSpLocks/>
            <a:stCxn id="26" idx="2"/>
          </p:cNvCxnSpPr>
          <p:nvPr/>
        </p:nvCxnSpPr>
        <p:spPr>
          <a:xfrm flipH="1" flipV="1">
            <a:off x="4969565" y="3181704"/>
            <a:ext cx="3214374" cy="360345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241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8353A-EF90-4C1B-BD1B-CC3DE18A3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34205"/>
            <a:ext cx="9905998" cy="1157273"/>
          </a:xfrm>
        </p:spPr>
        <p:txBody>
          <a:bodyPr/>
          <a:lstStyle/>
          <a:p>
            <a:r>
              <a:rPr lang="en-US" dirty="0"/>
              <a:t>Step 1 : Install Influx database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1F512-1A8F-468B-A369-6616FE1C2F42}"/>
              </a:ext>
            </a:extLst>
          </p:cNvPr>
          <p:cNvSpPr txBox="1"/>
          <p:nvPr/>
        </p:nvSpPr>
        <p:spPr>
          <a:xfrm>
            <a:off x="652671" y="2703444"/>
            <a:ext cx="105033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chemeClr val="tx1">
                    <a:lumMod val="9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https://docs.influxdata.com/influxdb/v1.8/introduction/install/</a:t>
            </a:r>
            <a:endParaRPr lang="en-IN" sz="32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A75ACD9-8022-4912-8093-69EFB829E486}"/>
              </a:ext>
            </a:extLst>
          </p:cNvPr>
          <p:cNvSpPr/>
          <p:nvPr/>
        </p:nvSpPr>
        <p:spPr>
          <a:xfrm>
            <a:off x="4256920" y="5037377"/>
            <a:ext cx="3294889" cy="852473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376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5418C-36E5-4191-999D-BD117857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Install Grafana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2E7723-5118-4618-8D2B-D1EB7E77B298}"/>
              </a:ext>
            </a:extLst>
          </p:cNvPr>
          <p:cNvSpPr txBox="1"/>
          <p:nvPr/>
        </p:nvSpPr>
        <p:spPr>
          <a:xfrm>
            <a:off x="520148" y="2903091"/>
            <a:ext cx="11088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tx1">
                    <a:lumMod val="9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https://grafana.com/docs/grafana/latest/installation/</a:t>
            </a:r>
            <a:endParaRPr lang="en-IN" sz="36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05BA19-4853-41D6-8AF3-689C07644E91}"/>
              </a:ext>
            </a:extLst>
          </p:cNvPr>
          <p:cNvSpPr/>
          <p:nvPr/>
        </p:nvSpPr>
        <p:spPr>
          <a:xfrm>
            <a:off x="4062514" y="4954738"/>
            <a:ext cx="3294889" cy="852473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Visualize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929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D6855-6162-42E8-8429-ABFEF6598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Step 3: Install Python and all influx packages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496DD8-DB58-41AD-8D25-4BCAC767298A}"/>
              </a:ext>
            </a:extLst>
          </p:cNvPr>
          <p:cNvSpPr txBox="1"/>
          <p:nvPr/>
        </p:nvSpPr>
        <p:spPr>
          <a:xfrm>
            <a:off x="1355035" y="2097088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1">
                    <a:lumMod val="9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https://www.python.org/downloads/</a:t>
            </a:r>
            <a:endParaRPr lang="en-IN" sz="2000" b="1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67C200-8F06-44DC-8239-D1386D826D4E}"/>
              </a:ext>
            </a:extLst>
          </p:cNvPr>
          <p:cNvSpPr txBox="1"/>
          <p:nvPr/>
        </p:nvSpPr>
        <p:spPr>
          <a:xfrm>
            <a:off x="1355035" y="2955235"/>
            <a:ext cx="51252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$ pip install </a:t>
            </a:r>
            <a:r>
              <a:rPr lang="en-IN" dirty="0" err="1"/>
              <a:t>influxdb</a:t>
            </a:r>
            <a:endParaRPr lang="en-IN" dirty="0"/>
          </a:p>
          <a:p>
            <a:r>
              <a:rPr lang="en-IN" dirty="0"/>
              <a:t>$ pip install --upgrade </a:t>
            </a:r>
            <a:r>
              <a:rPr lang="en-IN" dirty="0" err="1"/>
              <a:t>influxdb</a:t>
            </a:r>
            <a:endParaRPr lang="en-IN" dirty="0"/>
          </a:p>
          <a:p>
            <a:r>
              <a:rPr lang="en-IN" dirty="0"/>
              <a:t>$ pip uninstall </a:t>
            </a:r>
            <a:r>
              <a:rPr lang="en-IN" dirty="0" err="1"/>
              <a:t>influxdb</a:t>
            </a:r>
            <a:endParaRPr lang="en-IN" dirty="0"/>
          </a:p>
          <a:p>
            <a:r>
              <a:rPr lang="en-IN" dirty="0"/>
              <a:t>$ </a:t>
            </a:r>
            <a:r>
              <a:rPr lang="en-IN" dirty="0" err="1"/>
              <a:t>sudo</a:t>
            </a:r>
            <a:r>
              <a:rPr lang="en-IN" dirty="0"/>
              <a:t> apt-get install python-</a:t>
            </a:r>
            <a:r>
              <a:rPr lang="en-IN" dirty="0" err="1"/>
              <a:t>influxdb</a:t>
            </a:r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1FAEC3-1E3C-4220-A116-A2F234B2896B}"/>
              </a:ext>
            </a:extLst>
          </p:cNvPr>
          <p:cNvSpPr/>
          <p:nvPr/>
        </p:nvSpPr>
        <p:spPr>
          <a:xfrm>
            <a:off x="4832868" y="5262801"/>
            <a:ext cx="3294889" cy="852473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Analyze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2584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AF66E-20E3-4411-B33D-28DEBEB29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38004"/>
          </a:xfrm>
        </p:spPr>
        <p:txBody>
          <a:bodyPr/>
          <a:lstStyle/>
          <a:p>
            <a:r>
              <a:rPr lang="en-US" sz="3600" dirty="0"/>
              <a:t>Step 4:  set up ESP32 Board with Sensors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33898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8D1E14"/>
      </a:dk2>
      <a:lt2>
        <a:srgbClr val="FF744E"/>
      </a:lt2>
      <a:accent1>
        <a:srgbClr val="E9B758"/>
      </a:accent1>
      <a:accent2>
        <a:srgbClr val="FE8943"/>
      </a:accent2>
      <a:accent3>
        <a:srgbClr val="AEA27C"/>
      </a:accent3>
      <a:accent4>
        <a:srgbClr val="90B46E"/>
      </a:accent4>
      <a:accent5>
        <a:srgbClr val="71AEC1"/>
      </a:accent5>
      <a:accent6>
        <a:srgbClr val="C98DE7"/>
      </a:accent6>
      <a:hlink>
        <a:srgbClr val="FF7A22"/>
      </a:hlink>
      <a:folHlink>
        <a:srgbClr val="FDCD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2000"/>
                <a:satMod val="150000"/>
                <a:lumMod val="15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971C58-AB76-4A2A-B231-5F8CA03CF4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2037</TotalTime>
  <Words>184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Circuit</vt:lpstr>
      <vt:lpstr>Introduction IoT PlatfoRMS </vt:lpstr>
      <vt:lpstr>PowerPoint Presentation</vt:lpstr>
      <vt:lpstr>PowerPoint Presentation</vt:lpstr>
      <vt:lpstr>What you need</vt:lpstr>
      <vt:lpstr>Step 1 : Install Influx database</vt:lpstr>
      <vt:lpstr>Step 2: Install Grafana</vt:lpstr>
      <vt:lpstr>Step 3: Install Python and all influx packages</vt:lpstr>
      <vt:lpstr>Step 4:  set up ESP32 Board with Sensors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fundamentals</dc:title>
  <dc:creator>Girish Kumar</dc:creator>
  <cp:lastModifiedBy>Girish Kumar</cp:lastModifiedBy>
  <cp:revision>70</cp:revision>
  <dcterms:created xsi:type="dcterms:W3CDTF">2020-07-17T04:46:15Z</dcterms:created>
  <dcterms:modified xsi:type="dcterms:W3CDTF">2020-08-05T10:54:16Z</dcterms:modified>
</cp:coreProperties>
</file>