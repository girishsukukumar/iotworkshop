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1.xml" ContentType="application/vnd.openxmlformats-officedocument.presentationml.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8" r:id="rId3"/>
    <p:sldId id="257" r:id="rId4"/>
    <p:sldId id="267" r:id="rId5"/>
    <p:sldId id="259" r:id="rId6"/>
    <p:sldId id="262" r:id="rId7"/>
    <p:sldId id="300" r:id="rId8"/>
    <p:sldId id="264" r:id="rId9"/>
    <p:sldId id="265" r:id="rId10"/>
    <p:sldId id="260" r:id="rId11"/>
    <p:sldId id="268"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rish Kumar" initials="GK" lastIdx="2" clrIdx="0">
    <p:extLst>
      <p:ext uri="{19B8F6BF-5375-455C-9EA6-DF929625EA0E}">
        <p15:presenceInfo xmlns:p15="http://schemas.microsoft.com/office/powerpoint/2012/main" userId="04f681a11d665b0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7-16T23:29:56.640" idx="2">
    <p:pos x="6400" y="427"/>
    <p:text/>
    <p:extLst>
      <p:ext uri="{C676402C-5697-4E1C-873F-D02D1690AC5C}">
        <p15:threadingInfo xmlns:p15="http://schemas.microsoft.com/office/powerpoint/2012/main" timeZoneBias="-330"/>
      </p:ext>
    </p:extLst>
  </p:cm>
</p:cmLst>
</file>

<file path=ppt/diagrams/_rels/data3.xml.rels><?xml version="1.0" encoding="UTF-8" standalone="yes"?>
<Relationships xmlns="http://schemas.openxmlformats.org/package/2006/relationships"><Relationship Id="rId8" Type="http://schemas.openxmlformats.org/officeDocument/2006/relationships/hyperlink" Target="http://www.beststuff.com/fromthewire/lg-internet-refrigerator-is-at-the-heart-of-the-digital-home-network.html" TargetMode="External"/><Relationship Id="rId3" Type="http://schemas.openxmlformats.org/officeDocument/2006/relationships/hyperlink" Target="https://en.wikipedia.org/wiki/Domain_Name_System" TargetMode="External"/><Relationship Id="rId7" Type="http://schemas.openxmlformats.org/officeDocument/2006/relationships/hyperlink" Target="https://www.wired.com/geekdad/2011/08/world-wide-web-20-years/" TargetMode="External"/><Relationship Id="rId2" Type="http://schemas.openxmlformats.org/officeDocument/2006/relationships/hyperlink" Target="https://en.wikipedia.org/wiki/Internet_Protocol_Suite" TargetMode="External"/><Relationship Id="rId1" Type="http://schemas.openxmlformats.org/officeDocument/2006/relationships/hyperlink" Target="https://en.wikipedia.org/wiki/ARPANET" TargetMode="External"/><Relationship Id="rId6" Type="http://schemas.openxmlformats.org/officeDocument/2006/relationships/hyperlink" Target="https://en.wikipedia.org/wiki/Kevin_Ashton" TargetMode="External"/><Relationship Id="rId5" Type="http://schemas.openxmlformats.org/officeDocument/2006/relationships/hyperlink" Target="http://www.blueforestresearch.com/john-romkey/" TargetMode="External"/><Relationship Id="rId4" Type="http://schemas.openxmlformats.org/officeDocument/2006/relationships/hyperlink" Target="https://en.wikipedia.org/wiki/World_Wide_Web" TargetMode="External"/></Relationships>
</file>

<file path=ppt/diagrams/_rels/drawing3.xml.rels><?xml version="1.0" encoding="UTF-8" standalone="yes"?>
<Relationships xmlns="http://schemas.openxmlformats.org/package/2006/relationships"><Relationship Id="rId8" Type="http://schemas.openxmlformats.org/officeDocument/2006/relationships/hyperlink" Target="http://www.beststuff.com/fromthewire/lg-internet-refrigerator-is-at-the-heart-of-the-digital-home-network.html" TargetMode="External"/><Relationship Id="rId3" Type="http://schemas.openxmlformats.org/officeDocument/2006/relationships/hyperlink" Target="https://en.wikipedia.org/wiki/Internet_Protocol_Suite" TargetMode="External"/><Relationship Id="rId7" Type="http://schemas.openxmlformats.org/officeDocument/2006/relationships/hyperlink" Target="https://en.wikipedia.org/wiki/Kevin_Ashton" TargetMode="External"/><Relationship Id="rId2" Type="http://schemas.openxmlformats.org/officeDocument/2006/relationships/hyperlink" Target="https://www.wired.com/geekdad/2011/08/world-wide-web-20-years/" TargetMode="External"/><Relationship Id="rId1" Type="http://schemas.openxmlformats.org/officeDocument/2006/relationships/hyperlink" Target="https://en.wikipedia.org/wiki/ARPANET" TargetMode="External"/><Relationship Id="rId6" Type="http://schemas.openxmlformats.org/officeDocument/2006/relationships/hyperlink" Target="http://www.blueforestresearch.com/john-romkey/" TargetMode="External"/><Relationship Id="rId5" Type="http://schemas.openxmlformats.org/officeDocument/2006/relationships/hyperlink" Target="https://en.wikipedia.org/wiki/World_Wide_Web" TargetMode="External"/><Relationship Id="rId4" Type="http://schemas.openxmlformats.org/officeDocument/2006/relationships/hyperlink" Target="https://en.wikipedia.org/wiki/Domain_Name_Syste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421BA7-6FEC-4580-B34E-61F7646043D6}"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en-US"/>
        </a:p>
      </dgm:t>
    </dgm:pt>
    <dgm:pt modelId="{7873E494-609F-4580-AFE7-438D865B0883}">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solidFill>
                <a:srgbClr val="FF0000"/>
              </a:solidFill>
            </a:rPr>
            <a:t>IoT devices </a:t>
          </a:r>
        </a:p>
        <a:p>
          <a:pPr marL="0" marR="0" lvl="0" indent="0" defTabSz="914400" eaLnBrk="1" fontAlgn="auto" latinLnBrk="0" hangingPunct="1">
            <a:lnSpc>
              <a:spcPct val="100000"/>
            </a:lnSpc>
            <a:spcBef>
              <a:spcPts val="0"/>
            </a:spcBef>
            <a:spcAft>
              <a:spcPts val="0"/>
            </a:spcAft>
            <a:buClrTx/>
            <a:buSzTx/>
            <a:buFontTx/>
            <a:buNone/>
            <a:tabLst/>
            <a:defRPr/>
          </a:pPr>
          <a:endParaRPr lang="en-US" sz="1600" b="1" dirty="0">
            <a:solidFill>
              <a:srgbClr val="FF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600" b="1" dirty="0">
              <a:solidFill>
                <a:srgbClr val="FF0000"/>
              </a:solidFill>
            </a:rPr>
            <a:t>Internet Connected Devices</a:t>
          </a:r>
        </a:p>
        <a:p>
          <a:pPr marL="0" lvl="0" defTabSz="622300">
            <a:lnSpc>
              <a:spcPct val="90000"/>
            </a:lnSpc>
            <a:spcBef>
              <a:spcPct val="0"/>
            </a:spcBef>
            <a:spcAft>
              <a:spcPct val="35000"/>
            </a:spcAft>
            <a:buNone/>
          </a:pPr>
          <a:endParaRPr lang="en-US" sz="1100" dirty="0">
            <a:solidFill>
              <a:srgbClr val="FF0000"/>
            </a:solidFill>
          </a:endParaRPr>
        </a:p>
      </dgm:t>
    </dgm:pt>
    <dgm:pt modelId="{C72A8DB7-F08D-43A9-A3FC-660244EBF556}" type="parTrans" cxnId="{B88BBFD6-47EB-44F7-BC3D-75592318BC02}">
      <dgm:prSet/>
      <dgm:spPr/>
      <dgm:t>
        <a:bodyPr/>
        <a:lstStyle/>
        <a:p>
          <a:endParaRPr lang="en-US"/>
        </a:p>
      </dgm:t>
    </dgm:pt>
    <dgm:pt modelId="{9DF80514-EB33-431D-B83A-206085B474A0}" type="sibTrans" cxnId="{B88BBFD6-47EB-44F7-BC3D-75592318BC02}">
      <dgm:prSet/>
      <dgm:spPr/>
      <dgm:t>
        <a:bodyPr/>
        <a:lstStyle/>
        <a:p>
          <a:endParaRPr lang="en-US"/>
        </a:p>
      </dgm:t>
    </dgm:pt>
    <dgm:pt modelId="{8AAE9823-D93A-4602-9B50-0E43D246170A}">
      <dgm:prSet phldrT="[Text]"/>
      <dgm:spPr/>
      <dgm:t>
        <a:bodyPr/>
        <a:lstStyle/>
        <a:p>
          <a:r>
            <a:rPr lang="en-US" b="1" dirty="0">
              <a:solidFill>
                <a:srgbClr val="FF0000"/>
              </a:solidFill>
            </a:rPr>
            <a:t>Home based devices</a:t>
          </a:r>
        </a:p>
      </dgm:t>
    </dgm:pt>
    <dgm:pt modelId="{4564C671-AD65-4E8B-BB0F-8096E9780B0D}" type="parTrans" cxnId="{4869E63A-4DA5-4303-A57E-B5AD0A6B30AC}">
      <dgm:prSet/>
      <dgm:spPr/>
      <dgm:t>
        <a:bodyPr/>
        <a:lstStyle/>
        <a:p>
          <a:endParaRPr lang="en-US"/>
        </a:p>
      </dgm:t>
    </dgm:pt>
    <dgm:pt modelId="{6067854A-A20D-4E87-ADF9-D9BA3BB2EC36}" type="sibTrans" cxnId="{4869E63A-4DA5-4303-A57E-B5AD0A6B30AC}">
      <dgm:prSet/>
      <dgm:spPr/>
      <dgm:t>
        <a:bodyPr/>
        <a:lstStyle/>
        <a:p>
          <a:endParaRPr lang="en-US"/>
        </a:p>
      </dgm:t>
    </dgm:pt>
    <dgm:pt modelId="{369EFE16-4B66-4F3C-AC38-ED85B25FD604}">
      <dgm:prSet phldrT="[Text]"/>
      <dgm:spPr/>
      <dgm:t>
        <a:bodyPr/>
        <a:lstStyle/>
        <a:p>
          <a:r>
            <a:rPr lang="en-US" b="1" dirty="0">
              <a:solidFill>
                <a:srgbClr val="FF0000"/>
              </a:solidFill>
            </a:rPr>
            <a:t>Hospitals &amp; </a:t>
          </a:r>
        </a:p>
        <a:p>
          <a:r>
            <a:rPr lang="en-US" b="1" dirty="0">
              <a:solidFill>
                <a:srgbClr val="FF0000"/>
              </a:solidFill>
            </a:rPr>
            <a:t>health care unit</a:t>
          </a:r>
        </a:p>
      </dgm:t>
    </dgm:pt>
    <dgm:pt modelId="{E5CDFCF5-4BBE-4ECD-B219-8233B9F3F34C}" type="parTrans" cxnId="{510B99B6-63D2-4F95-A366-157273C6BF20}">
      <dgm:prSet/>
      <dgm:spPr/>
      <dgm:t>
        <a:bodyPr/>
        <a:lstStyle/>
        <a:p>
          <a:endParaRPr lang="en-US"/>
        </a:p>
      </dgm:t>
    </dgm:pt>
    <dgm:pt modelId="{B6060FD8-0DFA-485D-84DD-1B379AC5F4FD}" type="sibTrans" cxnId="{510B99B6-63D2-4F95-A366-157273C6BF20}">
      <dgm:prSet/>
      <dgm:spPr/>
      <dgm:t>
        <a:bodyPr/>
        <a:lstStyle/>
        <a:p>
          <a:endParaRPr lang="en-US"/>
        </a:p>
      </dgm:t>
    </dgm:pt>
    <dgm:pt modelId="{4BEE5BF9-F91C-44D5-9DD3-09E130780E27}">
      <dgm:prSet phldrT="[Text]"/>
      <dgm:spPr/>
      <dgm:t>
        <a:bodyPr/>
        <a:lstStyle/>
        <a:p>
          <a:r>
            <a:rPr lang="en-US" dirty="0">
              <a:solidFill>
                <a:srgbClr val="FF0000"/>
              </a:solidFill>
            </a:rPr>
            <a:t>Space and </a:t>
          </a:r>
          <a:r>
            <a:rPr lang="en-US" dirty="0" err="1">
              <a:solidFill>
                <a:srgbClr val="FF0000"/>
              </a:solidFill>
            </a:rPr>
            <a:t>Defence</a:t>
          </a:r>
          <a:r>
            <a:rPr lang="en-US" dirty="0">
              <a:solidFill>
                <a:srgbClr val="FF0000"/>
              </a:solidFill>
            </a:rPr>
            <a:t> units</a:t>
          </a:r>
        </a:p>
      </dgm:t>
    </dgm:pt>
    <dgm:pt modelId="{D291D66C-6E73-4CBA-B151-F7DCD3141438}" type="parTrans" cxnId="{C539BDCF-C911-4AC2-B5EB-B81EA2819F8B}">
      <dgm:prSet/>
      <dgm:spPr/>
      <dgm:t>
        <a:bodyPr/>
        <a:lstStyle/>
        <a:p>
          <a:endParaRPr lang="en-US"/>
        </a:p>
      </dgm:t>
    </dgm:pt>
    <dgm:pt modelId="{00829D67-1B59-4310-8402-8A6CB8CE5977}" type="sibTrans" cxnId="{C539BDCF-C911-4AC2-B5EB-B81EA2819F8B}">
      <dgm:prSet/>
      <dgm:spPr/>
      <dgm:t>
        <a:bodyPr/>
        <a:lstStyle/>
        <a:p>
          <a:endParaRPr lang="en-US"/>
        </a:p>
      </dgm:t>
    </dgm:pt>
    <dgm:pt modelId="{7C37869B-B5EF-4229-8801-E83DC7E4C56A}">
      <dgm:prSet phldrT="[Text]"/>
      <dgm:spPr/>
      <dgm:t>
        <a:bodyPr/>
        <a:lstStyle/>
        <a:p>
          <a:r>
            <a:rPr lang="en-US" b="1" dirty="0">
              <a:solidFill>
                <a:srgbClr val="FF0000"/>
              </a:solidFill>
            </a:rPr>
            <a:t>Manufacturing Units</a:t>
          </a:r>
        </a:p>
      </dgm:t>
    </dgm:pt>
    <dgm:pt modelId="{8F3CD4E7-0905-49A3-9ECD-536CD75132F9}" type="parTrans" cxnId="{C2916B5B-8985-4AFB-9B1A-C7D7F0153B18}">
      <dgm:prSet/>
      <dgm:spPr/>
      <dgm:t>
        <a:bodyPr/>
        <a:lstStyle/>
        <a:p>
          <a:endParaRPr lang="en-US"/>
        </a:p>
      </dgm:t>
    </dgm:pt>
    <dgm:pt modelId="{B0033A1C-C0EF-418A-B68A-6923B63B7C89}" type="sibTrans" cxnId="{C2916B5B-8985-4AFB-9B1A-C7D7F0153B18}">
      <dgm:prSet/>
      <dgm:spPr/>
      <dgm:t>
        <a:bodyPr/>
        <a:lstStyle/>
        <a:p>
          <a:endParaRPr lang="en-US"/>
        </a:p>
      </dgm:t>
    </dgm:pt>
    <dgm:pt modelId="{AD5B50EE-1F4F-439F-838B-9143BE16152E}">
      <dgm:prSet phldrT="[Text]"/>
      <dgm:spPr/>
      <dgm:t>
        <a:bodyPr/>
        <a:lstStyle/>
        <a:p>
          <a:r>
            <a:rPr lang="en-US" b="1" dirty="0">
              <a:solidFill>
                <a:srgbClr val="FF0000"/>
              </a:solidFill>
            </a:rPr>
            <a:t>Banks and Insurance Companies</a:t>
          </a:r>
        </a:p>
      </dgm:t>
    </dgm:pt>
    <dgm:pt modelId="{2D138CBA-CDF3-4255-A617-F27D15F043E5}" type="parTrans" cxnId="{8813A71B-7BB4-4243-BE14-4D9706F8D241}">
      <dgm:prSet/>
      <dgm:spPr/>
      <dgm:t>
        <a:bodyPr/>
        <a:lstStyle/>
        <a:p>
          <a:endParaRPr lang="en-US"/>
        </a:p>
      </dgm:t>
    </dgm:pt>
    <dgm:pt modelId="{642F4F7C-228A-4E95-91CB-BEE7FC8B9FA2}" type="sibTrans" cxnId="{8813A71B-7BB4-4243-BE14-4D9706F8D241}">
      <dgm:prSet/>
      <dgm:spPr/>
      <dgm:t>
        <a:bodyPr/>
        <a:lstStyle/>
        <a:p>
          <a:endParaRPr lang="en-US"/>
        </a:p>
      </dgm:t>
    </dgm:pt>
    <dgm:pt modelId="{6652E9F9-F401-4EE5-8B85-771D80AA588D}">
      <dgm:prSet phldrT="[Text]"/>
      <dgm:spPr/>
      <dgm:t>
        <a:bodyPr/>
        <a:lstStyle/>
        <a:p>
          <a:r>
            <a:rPr lang="en-US" b="1" dirty="0">
              <a:solidFill>
                <a:srgbClr val="FF0000"/>
              </a:solidFill>
            </a:rPr>
            <a:t>Automobiles, Airlines  &amp; Aeronautics</a:t>
          </a:r>
        </a:p>
      </dgm:t>
    </dgm:pt>
    <dgm:pt modelId="{12A4F67F-FC4D-43C8-8186-F5926EE4DDCD}" type="parTrans" cxnId="{8722BF11-CDD3-451C-9035-0D13ECA82BDB}">
      <dgm:prSet/>
      <dgm:spPr/>
      <dgm:t>
        <a:bodyPr/>
        <a:lstStyle/>
        <a:p>
          <a:endParaRPr lang="en-US"/>
        </a:p>
      </dgm:t>
    </dgm:pt>
    <dgm:pt modelId="{E57C59EA-CF39-4526-8E50-F2CF97F53ED7}" type="sibTrans" cxnId="{8722BF11-CDD3-451C-9035-0D13ECA82BDB}">
      <dgm:prSet/>
      <dgm:spPr/>
      <dgm:t>
        <a:bodyPr/>
        <a:lstStyle/>
        <a:p>
          <a:endParaRPr lang="en-US"/>
        </a:p>
      </dgm:t>
    </dgm:pt>
    <dgm:pt modelId="{68680143-C170-46BF-9CC7-D5CB01D64677}" type="pres">
      <dgm:prSet presAssocID="{2D421BA7-6FEC-4580-B34E-61F7646043D6}" presName="Name0" presStyleCnt="0">
        <dgm:presLayoutVars>
          <dgm:chMax val="1"/>
          <dgm:chPref val="1"/>
          <dgm:dir/>
          <dgm:animOne val="branch"/>
          <dgm:animLvl val="lvl"/>
        </dgm:presLayoutVars>
      </dgm:prSet>
      <dgm:spPr/>
    </dgm:pt>
    <dgm:pt modelId="{5E8D9D39-5BD5-4C1D-86EB-6781DC9DC884}" type="pres">
      <dgm:prSet presAssocID="{7873E494-609F-4580-AFE7-438D865B0883}" presName="Parent" presStyleLbl="node0" presStyleIdx="0" presStyleCnt="1">
        <dgm:presLayoutVars>
          <dgm:chMax val="6"/>
          <dgm:chPref val="6"/>
        </dgm:presLayoutVars>
      </dgm:prSet>
      <dgm:spPr/>
    </dgm:pt>
    <dgm:pt modelId="{E622C827-3C3A-4E1E-82FB-D3C5735A86CB}" type="pres">
      <dgm:prSet presAssocID="{8AAE9823-D93A-4602-9B50-0E43D246170A}" presName="Accent1" presStyleCnt="0"/>
      <dgm:spPr/>
    </dgm:pt>
    <dgm:pt modelId="{9DC5BB47-04B4-4669-9846-7C8EE9E2ACE2}" type="pres">
      <dgm:prSet presAssocID="{8AAE9823-D93A-4602-9B50-0E43D246170A}" presName="Accent" presStyleLbl="bgShp" presStyleIdx="0" presStyleCnt="6"/>
      <dgm:spPr/>
    </dgm:pt>
    <dgm:pt modelId="{343E191A-9933-40DD-B3F9-6957459FB26F}" type="pres">
      <dgm:prSet presAssocID="{8AAE9823-D93A-4602-9B50-0E43D246170A}" presName="Child1" presStyleLbl="node1" presStyleIdx="0" presStyleCnt="6">
        <dgm:presLayoutVars>
          <dgm:chMax val="0"/>
          <dgm:chPref val="0"/>
          <dgm:bulletEnabled val="1"/>
        </dgm:presLayoutVars>
      </dgm:prSet>
      <dgm:spPr/>
    </dgm:pt>
    <dgm:pt modelId="{D8782748-4DCA-487C-BA84-46EBAB598E8A}" type="pres">
      <dgm:prSet presAssocID="{6652E9F9-F401-4EE5-8B85-771D80AA588D}" presName="Accent2" presStyleCnt="0"/>
      <dgm:spPr/>
    </dgm:pt>
    <dgm:pt modelId="{B96F7EF8-40B1-464B-86B0-D186DA480ABB}" type="pres">
      <dgm:prSet presAssocID="{6652E9F9-F401-4EE5-8B85-771D80AA588D}" presName="Accent" presStyleLbl="bgShp" presStyleIdx="1" presStyleCnt="6"/>
      <dgm:spPr/>
    </dgm:pt>
    <dgm:pt modelId="{3E5AAAE8-6B64-4455-9C2B-E223F97E8E3C}" type="pres">
      <dgm:prSet presAssocID="{6652E9F9-F401-4EE5-8B85-771D80AA588D}" presName="Child2" presStyleLbl="node1" presStyleIdx="1" presStyleCnt="6">
        <dgm:presLayoutVars>
          <dgm:chMax val="0"/>
          <dgm:chPref val="0"/>
          <dgm:bulletEnabled val="1"/>
        </dgm:presLayoutVars>
      </dgm:prSet>
      <dgm:spPr/>
    </dgm:pt>
    <dgm:pt modelId="{825E2D32-CDB0-48F9-8305-1408CDD77A41}" type="pres">
      <dgm:prSet presAssocID="{369EFE16-4B66-4F3C-AC38-ED85B25FD604}" presName="Accent3" presStyleCnt="0"/>
      <dgm:spPr/>
    </dgm:pt>
    <dgm:pt modelId="{471894AE-AFF1-4D8A-87BC-109A3CEF9E0B}" type="pres">
      <dgm:prSet presAssocID="{369EFE16-4B66-4F3C-AC38-ED85B25FD604}" presName="Accent" presStyleLbl="bgShp" presStyleIdx="2" presStyleCnt="6"/>
      <dgm:spPr/>
    </dgm:pt>
    <dgm:pt modelId="{F0B250C0-7510-4DDB-8341-FFCDE2F08286}" type="pres">
      <dgm:prSet presAssocID="{369EFE16-4B66-4F3C-AC38-ED85B25FD604}" presName="Child3" presStyleLbl="node1" presStyleIdx="2" presStyleCnt="6">
        <dgm:presLayoutVars>
          <dgm:chMax val="0"/>
          <dgm:chPref val="0"/>
          <dgm:bulletEnabled val="1"/>
        </dgm:presLayoutVars>
      </dgm:prSet>
      <dgm:spPr/>
    </dgm:pt>
    <dgm:pt modelId="{302CA78A-865B-42D2-BC4F-C7B2D96B33A5}" type="pres">
      <dgm:prSet presAssocID="{4BEE5BF9-F91C-44D5-9DD3-09E130780E27}" presName="Accent4" presStyleCnt="0"/>
      <dgm:spPr/>
    </dgm:pt>
    <dgm:pt modelId="{3D8413DB-5831-4FF6-A26C-4B552516F3B2}" type="pres">
      <dgm:prSet presAssocID="{4BEE5BF9-F91C-44D5-9DD3-09E130780E27}" presName="Accent" presStyleLbl="bgShp" presStyleIdx="3" presStyleCnt="6"/>
      <dgm:spPr/>
    </dgm:pt>
    <dgm:pt modelId="{0BA774C4-77B9-46FE-B0C8-5B95E280E5CC}" type="pres">
      <dgm:prSet presAssocID="{4BEE5BF9-F91C-44D5-9DD3-09E130780E27}" presName="Child4" presStyleLbl="node1" presStyleIdx="3" presStyleCnt="6">
        <dgm:presLayoutVars>
          <dgm:chMax val="0"/>
          <dgm:chPref val="0"/>
          <dgm:bulletEnabled val="1"/>
        </dgm:presLayoutVars>
      </dgm:prSet>
      <dgm:spPr/>
    </dgm:pt>
    <dgm:pt modelId="{1DC83EE3-72C0-40AC-B157-A5104E8B9308}" type="pres">
      <dgm:prSet presAssocID="{7C37869B-B5EF-4229-8801-E83DC7E4C56A}" presName="Accent5" presStyleCnt="0"/>
      <dgm:spPr/>
    </dgm:pt>
    <dgm:pt modelId="{C5A28C4C-FBE9-4CFB-B276-A2E15FE60FF6}" type="pres">
      <dgm:prSet presAssocID="{7C37869B-B5EF-4229-8801-E83DC7E4C56A}" presName="Accent" presStyleLbl="bgShp" presStyleIdx="4" presStyleCnt="6"/>
      <dgm:spPr/>
    </dgm:pt>
    <dgm:pt modelId="{9F10EB58-DE41-45D5-A58E-9440B5B80543}" type="pres">
      <dgm:prSet presAssocID="{7C37869B-B5EF-4229-8801-E83DC7E4C56A}" presName="Child5" presStyleLbl="node1" presStyleIdx="4" presStyleCnt="6">
        <dgm:presLayoutVars>
          <dgm:chMax val="0"/>
          <dgm:chPref val="0"/>
          <dgm:bulletEnabled val="1"/>
        </dgm:presLayoutVars>
      </dgm:prSet>
      <dgm:spPr/>
    </dgm:pt>
    <dgm:pt modelId="{EB1F7027-712F-42A5-B8EA-9996D13CEE77}" type="pres">
      <dgm:prSet presAssocID="{AD5B50EE-1F4F-439F-838B-9143BE16152E}" presName="Accent6" presStyleCnt="0"/>
      <dgm:spPr/>
    </dgm:pt>
    <dgm:pt modelId="{A3ADA781-65D4-47AF-BE8C-D03687C464FE}" type="pres">
      <dgm:prSet presAssocID="{AD5B50EE-1F4F-439F-838B-9143BE16152E}" presName="Accent" presStyleLbl="bgShp" presStyleIdx="5" presStyleCnt="6"/>
      <dgm:spPr/>
    </dgm:pt>
    <dgm:pt modelId="{981EEA51-FC14-4F83-8E36-4F453C12855B}" type="pres">
      <dgm:prSet presAssocID="{AD5B50EE-1F4F-439F-838B-9143BE16152E}" presName="Child6" presStyleLbl="node1" presStyleIdx="5" presStyleCnt="6">
        <dgm:presLayoutVars>
          <dgm:chMax val="0"/>
          <dgm:chPref val="0"/>
          <dgm:bulletEnabled val="1"/>
        </dgm:presLayoutVars>
      </dgm:prSet>
      <dgm:spPr/>
    </dgm:pt>
  </dgm:ptLst>
  <dgm:cxnLst>
    <dgm:cxn modelId="{8722BF11-CDD3-451C-9035-0D13ECA82BDB}" srcId="{7873E494-609F-4580-AFE7-438D865B0883}" destId="{6652E9F9-F401-4EE5-8B85-771D80AA588D}" srcOrd="1" destOrd="0" parTransId="{12A4F67F-FC4D-43C8-8186-F5926EE4DDCD}" sibTransId="{E57C59EA-CF39-4526-8E50-F2CF97F53ED7}"/>
    <dgm:cxn modelId="{F1D15317-DE53-43BA-AD54-D4B6B526EF7D}" type="presOf" srcId="{4BEE5BF9-F91C-44D5-9DD3-09E130780E27}" destId="{0BA774C4-77B9-46FE-B0C8-5B95E280E5CC}" srcOrd="0" destOrd="0" presId="urn:microsoft.com/office/officeart/2011/layout/HexagonRadial"/>
    <dgm:cxn modelId="{8813A71B-7BB4-4243-BE14-4D9706F8D241}" srcId="{7873E494-609F-4580-AFE7-438D865B0883}" destId="{AD5B50EE-1F4F-439F-838B-9143BE16152E}" srcOrd="5" destOrd="0" parTransId="{2D138CBA-CDF3-4255-A617-F27D15F043E5}" sibTransId="{642F4F7C-228A-4E95-91CB-BEE7FC8B9FA2}"/>
    <dgm:cxn modelId="{E7FA451C-01A6-4EBB-B0F8-CCB632331B6E}" type="presOf" srcId="{8AAE9823-D93A-4602-9B50-0E43D246170A}" destId="{343E191A-9933-40DD-B3F9-6957459FB26F}" srcOrd="0" destOrd="0" presId="urn:microsoft.com/office/officeart/2011/layout/HexagonRadial"/>
    <dgm:cxn modelId="{9025672A-76E3-4600-9D07-924879BE1FAD}" type="presOf" srcId="{369EFE16-4B66-4F3C-AC38-ED85B25FD604}" destId="{F0B250C0-7510-4DDB-8341-FFCDE2F08286}" srcOrd="0" destOrd="0" presId="urn:microsoft.com/office/officeart/2011/layout/HexagonRadial"/>
    <dgm:cxn modelId="{4869E63A-4DA5-4303-A57E-B5AD0A6B30AC}" srcId="{7873E494-609F-4580-AFE7-438D865B0883}" destId="{8AAE9823-D93A-4602-9B50-0E43D246170A}" srcOrd="0" destOrd="0" parTransId="{4564C671-AD65-4E8B-BB0F-8096E9780B0D}" sibTransId="{6067854A-A20D-4E87-ADF9-D9BA3BB2EC36}"/>
    <dgm:cxn modelId="{C2916B5B-8985-4AFB-9B1A-C7D7F0153B18}" srcId="{7873E494-609F-4580-AFE7-438D865B0883}" destId="{7C37869B-B5EF-4229-8801-E83DC7E4C56A}" srcOrd="4" destOrd="0" parTransId="{8F3CD4E7-0905-49A3-9ECD-536CD75132F9}" sibTransId="{B0033A1C-C0EF-418A-B68A-6923B63B7C89}"/>
    <dgm:cxn modelId="{DFF0DD5B-B5D3-4E9B-BD93-CBA428FBDE52}" type="presOf" srcId="{7C37869B-B5EF-4229-8801-E83DC7E4C56A}" destId="{9F10EB58-DE41-45D5-A58E-9440B5B80543}" srcOrd="0" destOrd="0" presId="urn:microsoft.com/office/officeart/2011/layout/HexagonRadial"/>
    <dgm:cxn modelId="{E051D7A3-1353-4C9D-94B3-DB1E69379D46}" type="presOf" srcId="{2D421BA7-6FEC-4580-B34E-61F7646043D6}" destId="{68680143-C170-46BF-9CC7-D5CB01D64677}" srcOrd="0" destOrd="0" presId="urn:microsoft.com/office/officeart/2011/layout/HexagonRadial"/>
    <dgm:cxn modelId="{510B99B6-63D2-4F95-A366-157273C6BF20}" srcId="{7873E494-609F-4580-AFE7-438D865B0883}" destId="{369EFE16-4B66-4F3C-AC38-ED85B25FD604}" srcOrd="2" destOrd="0" parTransId="{E5CDFCF5-4BBE-4ECD-B219-8233B9F3F34C}" sibTransId="{B6060FD8-0DFA-485D-84DD-1B379AC5F4FD}"/>
    <dgm:cxn modelId="{D74731BF-6A27-4075-A332-179620696A4D}" type="presOf" srcId="{6652E9F9-F401-4EE5-8B85-771D80AA588D}" destId="{3E5AAAE8-6B64-4455-9C2B-E223F97E8E3C}" srcOrd="0" destOrd="0" presId="urn:microsoft.com/office/officeart/2011/layout/HexagonRadial"/>
    <dgm:cxn modelId="{EA95FDC5-DCE2-4D19-AA86-0EA2A3905548}" type="presOf" srcId="{7873E494-609F-4580-AFE7-438D865B0883}" destId="{5E8D9D39-5BD5-4C1D-86EB-6781DC9DC884}" srcOrd="0" destOrd="0" presId="urn:microsoft.com/office/officeart/2011/layout/HexagonRadial"/>
    <dgm:cxn modelId="{140373C8-DB3F-48A3-A589-DB24CBB9F3C7}" type="presOf" srcId="{AD5B50EE-1F4F-439F-838B-9143BE16152E}" destId="{981EEA51-FC14-4F83-8E36-4F453C12855B}" srcOrd="0" destOrd="0" presId="urn:microsoft.com/office/officeart/2011/layout/HexagonRadial"/>
    <dgm:cxn modelId="{C539BDCF-C911-4AC2-B5EB-B81EA2819F8B}" srcId="{7873E494-609F-4580-AFE7-438D865B0883}" destId="{4BEE5BF9-F91C-44D5-9DD3-09E130780E27}" srcOrd="3" destOrd="0" parTransId="{D291D66C-6E73-4CBA-B151-F7DCD3141438}" sibTransId="{00829D67-1B59-4310-8402-8A6CB8CE5977}"/>
    <dgm:cxn modelId="{B88BBFD6-47EB-44F7-BC3D-75592318BC02}" srcId="{2D421BA7-6FEC-4580-B34E-61F7646043D6}" destId="{7873E494-609F-4580-AFE7-438D865B0883}" srcOrd="0" destOrd="0" parTransId="{C72A8DB7-F08D-43A9-A3FC-660244EBF556}" sibTransId="{9DF80514-EB33-431D-B83A-206085B474A0}"/>
    <dgm:cxn modelId="{2816A171-07C6-42D8-8E23-A0AD3D1DBD5A}" type="presParOf" srcId="{68680143-C170-46BF-9CC7-D5CB01D64677}" destId="{5E8D9D39-5BD5-4C1D-86EB-6781DC9DC884}" srcOrd="0" destOrd="0" presId="urn:microsoft.com/office/officeart/2011/layout/HexagonRadial"/>
    <dgm:cxn modelId="{53D545D0-C2C2-4BA1-9A57-8B6B7F7B879F}" type="presParOf" srcId="{68680143-C170-46BF-9CC7-D5CB01D64677}" destId="{E622C827-3C3A-4E1E-82FB-D3C5735A86CB}" srcOrd="1" destOrd="0" presId="urn:microsoft.com/office/officeart/2011/layout/HexagonRadial"/>
    <dgm:cxn modelId="{9E9FA0D6-70B8-4005-8843-8A6A89A3108B}" type="presParOf" srcId="{E622C827-3C3A-4E1E-82FB-D3C5735A86CB}" destId="{9DC5BB47-04B4-4669-9846-7C8EE9E2ACE2}" srcOrd="0" destOrd="0" presId="urn:microsoft.com/office/officeart/2011/layout/HexagonRadial"/>
    <dgm:cxn modelId="{F25D3239-6D28-40F3-865D-7455D02A7C50}" type="presParOf" srcId="{68680143-C170-46BF-9CC7-D5CB01D64677}" destId="{343E191A-9933-40DD-B3F9-6957459FB26F}" srcOrd="2" destOrd="0" presId="urn:microsoft.com/office/officeart/2011/layout/HexagonRadial"/>
    <dgm:cxn modelId="{9A782341-38AC-4898-97C4-C98EF2D9D1E6}" type="presParOf" srcId="{68680143-C170-46BF-9CC7-D5CB01D64677}" destId="{D8782748-4DCA-487C-BA84-46EBAB598E8A}" srcOrd="3" destOrd="0" presId="urn:microsoft.com/office/officeart/2011/layout/HexagonRadial"/>
    <dgm:cxn modelId="{CF07E3B5-6E70-4D2F-8AF4-4A6475035105}" type="presParOf" srcId="{D8782748-4DCA-487C-BA84-46EBAB598E8A}" destId="{B96F7EF8-40B1-464B-86B0-D186DA480ABB}" srcOrd="0" destOrd="0" presId="urn:microsoft.com/office/officeart/2011/layout/HexagonRadial"/>
    <dgm:cxn modelId="{3364BA86-8E3A-4574-A2A8-D9DCF86FC1B4}" type="presParOf" srcId="{68680143-C170-46BF-9CC7-D5CB01D64677}" destId="{3E5AAAE8-6B64-4455-9C2B-E223F97E8E3C}" srcOrd="4" destOrd="0" presId="urn:microsoft.com/office/officeart/2011/layout/HexagonRadial"/>
    <dgm:cxn modelId="{0F717517-A4F4-49C3-8169-704FFFF129AB}" type="presParOf" srcId="{68680143-C170-46BF-9CC7-D5CB01D64677}" destId="{825E2D32-CDB0-48F9-8305-1408CDD77A41}" srcOrd="5" destOrd="0" presId="urn:microsoft.com/office/officeart/2011/layout/HexagonRadial"/>
    <dgm:cxn modelId="{172C7701-2164-4440-824B-D9D3BF918B6B}" type="presParOf" srcId="{825E2D32-CDB0-48F9-8305-1408CDD77A41}" destId="{471894AE-AFF1-4D8A-87BC-109A3CEF9E0B}" srcOrd="0" destOrd="0" presId="urn:microsoft.com/office/officeart/2011/layout/HexagonRadial"/>
    <dgm:cxn modelId="{0375E80A-D53F-449D-9A8F-7F523D0E0F9D}" type="presParOf" srcId="{68680143-C170-46BF-9CC7-D5CB01D64677}" destId="{F0B250C0-7510-4DDB-8341-FFCDE2F08286}" srcOrd="6" destOrd="0" presId="urn:microsoft.com/office/officeart/2011/layout/HexagonRadial"/>
    <dgm:cxn modelId="{8005F435-DF95-48B7-8D36-E44556782AAA}" type="presParOf" srcId="{68680143-C170-46BF-9CC7-D5CB01D64677}" destId="{302CA78A-865B-42D2-BC4F-C7B2D96B33A5}" srcOrd="7" destOrd="0" presId="urn:microsoft.com/office/officeart/2011/layout/HexagonRadial"/>
    <dgm:cxn modelId="{D9552436-7CCC-46B3-87DF-1C8A14798218}" type="presParOf" srcId="{302CA78A-865B-42D2-BC4F-C7B2D96B33A5}" destId="{3D8413DB-5831-4FF6-A26C-4B552516F3B2}" srcOrd="0" destOrd="0" presId="urn:microsoft.com/office/officeart/2011/layout/HexagonRadial"/>
    <dgm:cxn modelId="{9DB6F294-EF93-48A9-9B78-668CF6BD2E04}" type="presParOf" srcId="{68680143-C170-46BF-9CC7-D5CB01D64677}" destId="{0BA774C4-77B9-46FE-B0C8-5B95E280E5CC}" srcOrd="8" destOrd="0" presId="urn:microsoft.com/office/officeart/2011/layout/HexagonRadial"/>
    <dgm:cxn modelId="{9B6342AB-4CBE-4FFA-9003-046A4C86F01A}" type="presParOf" srcId="{68680143-C170-46BF-9CC7-D5CB01D64677}" destId="{1DC83EE3-72C0-40AC-B157-A5104E8B9308}" srcOrd="9" destOrd="0" presId="urn:microsoft.com/office/officeart/2011/layout/HexagonRadial"/>
    <dgm:cxn modelId="{D471B1BB-7B13-40D5-8390-6ACDE46F136A}" type="presParOf" srcId="{1DC83EE3-72C0-40AC-B157-A5104E8B9308}" destId="{C5A28C4C-FBE9-4CFB-B276-A2E15FE60FF6}" srcOrd="0" destOrd="0" presId="urn:microsoft.com/office/officeart/2011/layout/HexagonRadial"/>
    <dgm:cxn modelId="{275F17AE-A655-4F20-B66B-431508A80DBE}" type="presParOf" srcId="{68680143-C170-46BF-9CC7-D5CB01D64677}" destId="{9F10EB58-DE41-45D5-A58E-9440B5B80543}" srcOrd="10" destOrd="0" presId="urn:microsoft.com/office/officeart/2011/layout/HexagonRadial"/>
    <dgm:cxn modelId="{B3C33145-D15E-440E-9A9A-ECD4B0A3232D}" type="presParOf" srcId="{68680143-C170-46BF-9CC7-D5CB01D64677}" destId="{EB1F7027-712F-42A5-B8EA-9996D13CEE77}" srcOrd="11" destOrd="0" presId="urn:microsoft.com/office/officeart/2011/layout/HexagonRadial"/>
    <dgm:cxn modelId="{925665E0-ED83-44BD-B628-185C6569D28D}" type="presParOf" srcId="{EB1F7027-712F-42A5-B8EA-9996D13CEE77}" destId="{A3ADA781-65D4-47AF-BE8C-D03687C464FE}" srcOrd="0" destOrd="0" presId="urn:microsoft.com/office/officeart/2011/layout/HexagonRadial"/>
    <dgm:cxn modelId="{E4A98F19-77EF-449F-BE97-F996F1C38F83}" type="presParOf" srcId="{68680143-C170-46BF-9CC7-D5CB01D64677}" destId="{981EEA51-FC14-4F83-8E36-4F453C12855B}"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7E2364-B48F-4CBF-8966-3EBA6E787B1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8F7C003B-B45E-4A6C-A64A-6F43ACBF022B}">
      <dgm:prSet phldrT="[Text]"/>
      <dgm:spPr/>
      <dgm:t>
        <a:bodyPr/>
        <a:lstStyle/>
        <a:p>
          <a:r>
            <a:rPr lang="en-US" dirty="0"/>
            <a:t>Industry 1.0</a:t>
          </a:r>
          <a:endParaRPr lang="en-IN" dirty="0"/>
        </a:p>
      </dgm:t>
    </dgm:pt>
    <dgm:pt modelId="{EC43515B-4FC9-491B-960D-2E02B9560B2F}" type="parTrans" cxnId="{C0DCB060-24A2-436B-9025-82058C407D16}">
      <dgm:prSet/>
      <dgm:spPr/>
      <dgm:t>
        <a:bodyPr/>
        <a:lstStyle/>
        <a:p>
          <a:endParaRPr lang="en-IN"/>
        </a:p>
      </dgm:t>
    </dgm:pt>
    <dgm:pt modelId="{2E773F69-DCF8-4CE3-9CB6-D9A210FE7F66}" type="sibTrans" cxnId="{C0DCB060-24A2-436B-9025-82058C407D16}">
      <dgm:prSet/>
      <dgm:spPr/>
      <dgm:t>
        <a:bodyPr/>
        <a:lstStyle/>
        <a:p>
          <a:endParaRPr lang="en-IN"/>
        </a:p>
      </dgm:t>
    </dgm:pt>
    <dgm:pt modelId="{87BDD663-CEB5-49E1-BA17-F18B347AF70E}">
      <dgm:prSet phldrT="[Text]"/>
      <dgm:spPr/>
      <dgm:t>
        <a:bodyPr/>
        <a:lstStyle/>
        <a:p>
          <a:r>
            <a:rPr lang="en-US" b="0" i="0" dirty="0"/>
            <a:t>Around 1760, the First Industrial Revolution was the transition to new manufacturing processes using water and steam.  </a:t>
          </a:r>
          <a:endParaRPr lang="en-IN" dirty="0"/>
        </a:p>
      </dgm:t>
    </dgm:pt>
    <dgm:pt modelId="{D43490A4-A5A6-4278-9242-A7519111392C}" type="parTrans" cxnId="{A5FA2CA4-02B5-41CC-BB04-C2739C910D51}">
      <dgm:prSet/>
      <dgm:spPr/>
      <dgm:t>
        <a:bodyPr/>
        <a:lstStyle/>
        <a:p>
          <a:endParaRPr lang="en-IN"/>
        </a:p>
      </dgm:t>
    </dgm:pt>
    <dgm:pt modelId="{19C661AD-30D4-44E3-A87F-31B5617E454B}" type="sibTrans" cxnId="{A5FA2CA4-02B5-41CC-BB04-C2739C910D51}">
      <dgm:prSet/>
      <dgm:spPr/>
      <dgm:t>
        <a:bodyPr/>
        <a:lstStyle/>
        <a:p>
          <a:endParaRPr lang="en-IN"/>
        </a:p>
      </dgm:t>
    </dgm:pt>
    <dgm:pt modelId="{69A58761-58D9-49ED-B655-11874FAD8CDD}">
      <dgm:prSet phldrT="[Text]"/>
      <dgm:spPr/>
      <dgm:t>
        <a:bodyPr/>
        <a:lstStyle/>
        <a:p>
          <a:r>
            <a:rPr lang="en-US" dirty="0"/>
            <a:t>Industry 2.0</a:t>
          </a:r>
          <a:endParaRPr lang="en-IN" dirty="0"/>
        </a:p>
      </dgm:t>
    </dgm:pt>
    <dgm:pt modelId="{69C47172-493C-4D76-90E6-637CCFDEB680}" type="parTrans" cxnId="{2C71198B-47E2-4E9E-A54D-56E85E8776C5}">
      <dgm:prSet/>
      <dgm:spPr/>
      <dgm:t>
        <a:bodyPr/>
        <a:lstStyle/>
        <a:p>
          <a:endParaRPr lang="en-IN"/>
        </a:p>
      </dgm:t>
    </dgm:pt>
    <dgm:pt modelId="{47BA5BB4-CE7E-42FE-B32B-A8D9A3AC60A1}" type="sibTrans" cxnId="{2C71198B-47E2-4E9E-A54D-56E85E8776C5}">
      <dgm:prSet/>
      <dgm:spPr/>
      <dgm:t>
        <a:bodyPr/>
        <a:lstStyle/>
        <a:p>
          <a:endParaRPr lang="en-IN"/>
        </a:p>
      </dgm:t>
    </dgm:pt>
    <dgm:pt modelId="{A81D80C5-5F58-4AD9-B6E6-D26A19098C6C}">
      <dgm:prSet phldrT="[Text]"/>
      <dgm:spPr/>
      <dgm:t>
        <a:bodyPr/>
        <a:lstStyle/>
        <a:p>
          <a:r>
            <a:rPr lang="en-US" dirty="0"/>
            <a:t>Around 1840, </a:t>
          </a:r>
          <a:r>
            <a:rPr lang="en-US" b="0" i="0" dirty="0"/>
            <a:t>new technological systems were introduced, most notably superior electrical technology which allowed for even greater production and more sophisticated machines.</a:t>
          </a:r>
          <a:endParaRPr lang="en-IN" dirty="0"/>
        </a:p>
      </dgm:t>
    </dgm:pt>
    <dgm:pt modelId="{72AE898E-CB49-4415-8D2F-0B409D2CFCBF}" type="parTrans" cxnId="{888FBCE8-8B84-4298-BABF-A441FF89B682}">
      <dgm:prSet/>
      <dgm:spPr/>
      <dgm:t>
        <a:bodyPr/>
        <a:lstStyle/>
        <a:p>
          <a:endParaRPr lang="en-IN"/>
        </a:p>
      </dgm:t>
    </dgm:pt>
    <dgm:pt modelId="{9038DBF3-4D98-40CD-989B-CAA005DBB867}" type="sibTrans" cxnId="{888FBCE8-8B84-4298-BABF-A441FF89B682}">
      <dgm:prSet/>
      <dgm:spPr/>
      <dgm:t>
        <a:bodyPr/>
        <a:lstStyle/>
        <a:p>
          <a:endParaRPr lang="en-IN"/>
        </a:p>
      </dgm:t>
    </dgm:pt>
    <dgm:pt modelId="{442579F1-62FD-4889-9D86-6C898A675A81}">
      <dgm:prSet phldrT="[Text]" phldr="1"/>
      <dgm:spPr/>
      <dgm:t>
        <a:bodyPr/>
        <a:lstStyle/>
        <a:p>
          <a:endParaRPr lang="en-IN"/>
        </a:p>
      </dgm:t>
    </dgm:pt>
    <dgm:pt modelId="{4C281688-E923-4129-902D-C3FE62D220EC}" type="parTrans" cxnId="{EAE59750-EE80-4690-BBC5-8407B80A7D99}">
      <dgm:prSet/>
      <dgm:spPr/>
      <dgm:t>
        <a:bodyPr/>
        <a:lstStyle/>
        <a:p>
          <a:endParaRPr lang="en-IN"/>
        </a:p>
      </dgm:t>
    </dgm:pt>
    <dgm:pt modelId="{08FAEA31-B162-4847-8E5F-5BDF4E52AA49}" type="sibTrans" cxnId="{EAE59750-EE80-4690-BBC5-8407B80A7D99}">
      <dgm:prSet/>
      <dgm:spPr/>
      <dgm:t>
        <a:bodyPr/>
        <a:lstStyle/>
        <a:p>
          <a:endParaRPr lang="en-IN"/>
        </a:p>
      </dgm:t>
    </dgm:pt>
    <dgm:pt modelId="{9BA9899D-2ED2-4521-A7FA-31BB68F31D56}">
      <dgm:prSet phldrT="[Text]"/>
      <dgm:spPr/>
      <dgm:t>
        <a:bodyPr/>
        <a:lstStyle/>
        <a:p>
          <a:r>
            <a:rPr lang="en-US" dirty="0"/>
            <a:t>Industry 4.0</a:t>
          </a:r>
        </a:p>
      </dgm:t>
    </dgm:pt>
    <dgm:pt modelId="{BB2BC23E-7CB6-4C6D-A31E-4991EAD967BF}" type="parTrans" cxnId="{823A441D-8447-42AA-A7B3-A8D48DD17194}">
      <dgm:prSet/>
      <dgm:spPr/>
      <dgm:t>
        <a:bodyPr/>
        <a:lstStyle/>
        <a:p>
          <a:endParaRPr lang="en-IN"/>
        </a:p>
      </dgm:t>
    </dgm:pt>
    <dgm:pt modelId="{1819326A-0D9C-4EE7-A94D-2F1913D14D75}" type="sibTrans" cxnId="{823A441D-8447-42AA-A7B3-A8D48DD17194}">
      <dgm:prSet/>
      <dgm:spPr/>
      <dgm:t>
        <a:bodyPr/>
        <a:lstStyle/>
        <a:p>
          <a:endParaRPr lang="en-IN"/>
        </a:p>
      </dgm:t>
    </dgm:pt>
    <dgm:pt modelId="{4E843ABE-011B-4772-9DCA-3FDCC1AE441C}">
      <dgm:prSet phldrT="[Text]"/>
      <dgm:spPr/>
      <dgm:t>
        <a:bodyPr/>
        <a:lstStyle/>
        <a:p>
          <a:r>
            <a:rPr lang="en-US" dirty="0"/>
            <a:t>Industry 3.0</a:t>
          </a:r>
        </a:p>
      </dgm:t>
    </dgm:pt>
    <dgm:pt modelId="{32F992DC-A0D6-407E-B5AB-794795D213AB}" type="parTrans" cxnId="{1332C77A-B53A-4643-97B0-4241E9B39F2A}">
      <dgm:prSet/>
      <dgm:spPr/>
      <dgm:t>
        <a:bodyPr/>
        <a:lstStyle/>
        <a:p>
          <a:endParaRPr lang="en-IN"/>
        </a:p>
      </dgm:t>
    </dgm:pt>
    <dgm:pt modelId="{BCBCE0B8-C729-49B1-ACAB-9C457F2CC680}" type="sibTrans" cxnId="{1332C77A-B53A-4643-97B0-4241E9B39F2A}">
      <dgm:prSet/>
      <dgm:spPr/>
      <dgm:t>
        <a:bodyPr/>
        <a:lstStyle/>
        <a:p>
          <a:endParaRPr lang="en-IN"/>
        </a:p>
      </dgm:t>
    </dgm:pt>
    <dgm:pt modelId="{4B084F81-42BE-406E-AD2D-ECDCB88042B3}">
      <dgm:prSet/>
      <dgm:spPr/>
      <dgm:t>
        <a:bodyPr/>
        <a:lstStyle/>
        <a:p>
          <a:r>
            <a:rPr lang="en-US" b="0" i="0"/>
            <a:t>Around 1970 the Third Industrial Revolution involved the use of electronics and IT (Information Technology) to further automation in production. – Concept of automation entered industry</a:t>
          </a:r>
          <a:endParaRPr lang="en-IN"/>
        </a:p>
      </dgm:t>
    </dgm:pt>
    <dgm:pt modelId="{9B15C841-CFCC-4724-AC7A-2B728F5BE78D}" type="parTrans" cxnId="{FBEB1702-F438-4942-9FFB-CD33B1423510}">
      <dgm:prSet/>
      <dgm:spPr/>
      <dgm:t>
        <a:bodyPr/>
        <a:lstStyle/>
        <a:p>
          <a:endParaRPr lang="en-IN"/>
        </a:p>
      </dgm:t>
    </dgm:pt>
    <dgm:pt modelId="{AB72FC89-2F5C-4BF5-BDD4-617521B9596B}" type="sibTrans" cxnId="{FBEB1702-F438-4942-9FFB-CD33B1423510}">
      <dgm:prSet/>
      <dgm:spPr/>
      <dgm:t>
        <a:bodyPr/>
        <a:lstStyle/>
        <a:p>
          <a:endParaRPr lang="en-IN"/>
        </a:p>
      </dgm:t>
    </dgm:pt>
    <dgm:pt modelId="{FD3719A6-F4F2-42D5-8ECA-0444C6A9326A}">
      <dgm:prSet/>
      <dgm:spPr/>
      <dgm:t>
        <a:bodyPr/>
        <a:lstStyle/>
        <a:p>
          <a:endParaRPr lang="en-IN" dirty="0"/>
        </a:p>
      </dgm:t>
    </dgm:pt>
    <dgm:pt modelId="{F04DD37E-4569-4AB0-AEFD-9F7277A1D43C}" type="parTrans" cxnId="{D4EB35AE-0724-4359-8D17-FAB3BD1CA614}">
      <dgm:prSet/>
      <dgm:spPr/>
      <dgm:t>
        <a:bodyPr/>
        <a:lstStyle/>
        <a:p>
          <a:endParaRPr lang="en-IN"/>
        </a:p>
      </dgm:t>
    </dgm:pt>
    <dgm:pt modelId="{F955A307-D62E-45F3-992B-26AF63DAA453}" type="sibTrans" cxnId="{D4EB35AE-0724-4359-8D17-FAB3BD1CA614}">
      <dgm:prSet/>
      <dgm:spPr/>
      <dgm:t>
        <a:bodyPr/>
        <a:lstStyle/>
        <a:p>
          <a:endParaRPr lang="en-IN"/>
        </a:p>
      </dgm:t>
    </dgm:pt>
    <dgm:pt modelId="{BD52B412-53B7-40A1-9F85-A07256610EAB}">
      <dgm:prSet phldrT="[Text]"/>
      <dgm:spPr/>
      <dgm:t>
        <a:bodyPr/>
        <a:lstStyle/>
        <a:p>
          <a:r>
            <a:rPr lang="en-US" dirty="0"/>
            <a:t>Industry 5.0</a:t>
          </a:r>
        </a:p>
      </dgm:t>
    </dgm:pt>
    <dgm:pt modelId="{21606666-DA50-4BCD-99B6-8628F3CD4C49}" type="parTrans" cxnId="{19BE196F-7E70-4862-A25A-8E9673FA22BF}">
      <dgm:prSet/>
      <dgm:spPr/>
      <dgm:t>
        <a:bodyPr/>
        <a:lstStyle/>
        <a:p>
          <a:endParaRPr lang="en-IN"/>
        </a:p>
      </dgm:t>
    </dgm:pt>
    <dgm:pt modelId="{6A672EE4-1BDB-4EAD-877F-D8D60D5B30C3}" type="sibTrans" cxnId="{19BE196F-7E70-4862-A25A-8E9673FA22BF}">
      <dgm:prSet/>
      <dgm:spPr/>
      <dgm:t>
        <a:bodyPr/>
        <a:lstStyle/>
        <a:p>
          <a:endParaRPr lang="en-IN"/>
        </a:p>
      </dgm:t>
    </dgm:pt>
    <dgm:pt modelId="{7086E3AD-7C5F-4F80-A369-A2311CAB31B8}">
      <dgm:prSet/>
      <dgm:spPr/>
      <dgm:t>
        <a:bodyPr/>
        <a:lstStyle/>
        <a:p>
          <a:r>
            <a:rPr lang="en-US" b="0" i="0"/>
            <a:t>The Fourth industrial Revolution is the era of smart machines, storage systems and production facilities that can autonomously exchange information, trigger actions and control each other without human intervention.This exchange of information is made possible with the Industrial Internet of things (IIoT) as we know it today.</a:t>
          </a:r>
          <a:endParaRPr lang="en-IN"/>
        </a:p>
      </dgm:t>
    </dgm:pt>
    <dgm:pt modelId="{92F66474-AFAF-4071-99C5-18EA529869CF}" type="parTrans" cxnId="{5D968443-4FAA-45E5-95FA-0788A5143D4A}">
      <dgm:prSet/>
      <dgm:spPr/>
      <dgm:t>
        <a:bodyPr/>
        <a:lstStyle/>
        <a:p>
          <a:endParaRPr lang="en-IN"/>
        </a:p>
      </dgm:t>
    </dgm:pt>
    <dgm:pt modelId="{985EA096-98B4-488F-AA6A-65264FA0FD04}" type="sibTrans" cxnId="{5D968443-4FAA-45E5-95FA-0788A5143D4A}">
      <dgm:prSet/>
      <dgm:spPr/>
      <dgm:t>
        <a:bodyPr/>
        <a:lstStyle/>
        <a:p>
          <a:endParaRPr lang="en-IN"/>
        </a:p>
      </dgm:t>
    </dgm:pt>
    <dgm:pt modelId="{3CC15D04-D6EE-4198-9FC8-FBF173FBF41A}">
      <dgm:prSet/>
      <dgm:spPr/>
      <dgm:t>
        <a:bodyPr/>
        <a:lstStyle/>
        <a:p>
          <a:r>
            <a:rPr lang="en-US" b="0" i="0"/>
            <a:t>Industry 5.0 is the revolution in which man and machine reconcile and find ways to work together to improve the means and efficiency of production.</a:t>
          </a:r>
          <a:endParaRPr lang="en-US"/>
        </a:p>
      </dgm:t>
    </dgm:pt>
    <dgm:pt modelId="{370B69E8-76EB-4421-8FF9-4694FBCC590D}" type="parTrans" cxnId="{1C25FD66-F705-473A-A00B-4AD449C04284}">
      <dgm:prSet/>
      <dgm:spPr/>
      <dgm:t>
        <a:bodyPr/>
        <a:lstStyle/>
        <a:p>
          <a:endParaRPr lang="en-IN"/>
        </a:p>
      </dgm:t>
    </dgm:pt>
    <dgm:pt modelId="{4465E549-EF4C-4264-97EA-D71F3360211C}" type="sibTrans" cxnId="{1C25FD66-F705-473A-A00B-4AD449C04284}">
      <dgm:prSet/>
      <dgm:spPr/>
      <dgm:t>
        <a:bodyPr/>
        <a:lstStyle/>
        <a:p>
          <a:endParaRPr lang="en-IN"/>
        </a:p>
      </dgm:t>
    </dgm:pt>
    <dgm:pt modelId="{9F9B3D23-F57F-479E-A9E2-1E674146C5EE}" type="pres">
      <dgm:prSet presAssocID="{4E7E2364-B48F-4CBF-8966-3EBA6E787B16}" presName="linearFlow" presStyleCnt="0">
        <dgm:presLayoutVars>
          <dgm:dir/>
          <dgm:animLvl val="lvl"/>
          <dgm:resizeHandles val="exact"/>
        </dgm:presLayoutVars>
      </dgm:prSet>
      <dgm:spPr/>
    </dgm:pt>
    <dgm:pt modelId="{3E0216AC-9128-418D-99D9-357A2AC3150F}" type="pres">
      <dgm:prSet presAssocID="{8F7C003B-B45E-4A6C-A64A-6F43ACBF022B}" presName="composite" presStyleCnt="0"/>
      <dgm:spPr/>
    </dgm:pt>
    <dgm:pt modelId="{80112BF2-A566-4FF9-999C-3356EB71F0A1}" type="pres">
      <dgm:prSet presAssocID="{8F7C003B-B45E-4A6C-A64A-6F43ACBF022B}" presName="parentText" presStyleLbl="alignNode1" presStyleIdx="0" presStyleCnt="5">
        <dgm:presLayoutVars>
          <dgm:chMax val="1"/>
          <dgm:bulletEnabled val="1"/>
        </dgm:presLayoutVars>
      </dgm:prSet>
      <dgm:spPr/>
    </dgm:pt>
    <dgm:pt modelId="{861923AB-CA6F-46E8-8771-DCE8711A66D5}" type="pres">
      <dgm:prSet presAssocID="{8F7C003B-B45E-4A6C-A64A-6F43ACBF022B}" presName="descendantText" presStyleLbl="alignAcc1" presStyleIdx="0" presStyleCnt="5" custLinFactNeighborX="-428" custLinFactNeighborY="5076">
        <dgm:presLayoutVars>
          <dgm:bulletEnabled val="1"/>
        </dgm:presLayoutVars>
      </dgm:prSet>
      <dgm:spPr/>
    </dgm:pt>
    <dgm:pt modelId="{699974C0-13C9-450B-9248-C67F4FC729E3}" type="pres">
      <dgm:prSet presAssocID="{2E773F69-DCF8-4CE3-9CB6-D9A210FE7F66}" presName="sp" presStyleCnt="0"/>
      <dgm:spPr/>
    </dgm:pt>
    <dgm:pt modelId="{35CCA5A2-AE1B-4C50-BC63-9A0F37C2E567}" type="pres">
      <dgm:prSet presAssocID="{69A58761-58D9-49ED-B655-11874FAD8CDD}" presName="composite" presStyleCnt="0"/>
      <dgm:spPr/>
    </dgm:pt>
    <dgm:pt modelId="{3049B3A9-A3A9-426A-903C-C35DE0F05948}" type="pres">
      <dgm:prSet presAssocID="{69A58761-58D9-49ED-B655-11874FAD8CDD}" presName="parentText" presStyleLbl="alignNode1" presStyleIdx="1" presStyleCnt="5">
        <dgm:presLayoutVars>
          <dgm:chMax val="1"/>
          <dgm:bulletEnabled val="1"/>
        </dgm:presLayoutVars>
      </dgm:prSet>
      <dgm:spPr/>
    </dgm:pt>
    <dgm:pt modelId="{BFE2DAAC-5B3C-4EC0-A45D-FC68573CE952}" type="pres">
      <dgm:prSet presAssocID="{69A58761-58D9-49ED-B655-11874FAD8CDD}" presName="descendantText" presStyleLbl="alignAcc1" presStyleIdx="1" presStyleCnt="5">
        <dgm:presLayoutVars>
          <dgm:bulletEnabled val="1"/>
        </dgm:presLayoutVars>
      </dgm:prSet>
      <dgm:spPr/>
    </dgm:pt>
    <dgm:pt modelId="{03CBCFA6-5D88-41F7-9624-F038BBD1A1D3}" type="pres">
      <dgm:prSet presAssocID="{47BA5BB4-CE7E-42FE-B32B-A8D9A3AC60A1}" presName="sp" presStyleCnt="0"/>
      <dgm:spPr/>
    </dgm:pt>
    <dgm:pt modelId="{A52B54F9-6733-4CCC-AD11-F548F729C9E9}" type="pres">
      <dgm:prSet presAssocID="{4E843ABE-011B-4772-9DCA-3FDCC1AE441C}" presName="composite" presStyleCnt="0"/>
      <dgm:spPr/>
    </dgm:pt>
    <dgm:pt modelId="{9EDEE1CB-B1FE-4E11-9B25-8164DDD9B5F8}" type="pres">
      <dgm:prSet presAssocID="{4E843ABE-011B-4772-9DCA-3FDCC1AE441C}" presName="parentText" presStyleLbl="alignNode1" presStyleIdx="2" presStyleCnt="5">
        <dgm:presLayoutVars>
          <dgm:chMax val="1"/>
          <dgm:bulletEnabled val="1"/>
        </dgm:presLayoutVars>
      </dgm:prSet>
      <dgm:spPr/>
    </dgm:pt>
    <dgm:pt modelId="{48C22D36-4F4D-434D-A872-CDF596EA837E}" type="pres">
      <dgm:prSet presAssocID="{4E843ABE-011B-4772-9DCA-3FDCC1AE441C}" presName="descendantText" presStyleLbl="alignAcc1" presStyleIdx="2" presStyleCnt="5">
        <dgm:presLayoutVars>
          <dgm:bulletEnabled val="1"/>
        </dgm:presLayoutVars>
      </dgm:prSet>
      <dgm:spPr/>
    </dgm:pt>
    <dgm:pt modelId="{21CCE789-53FE-4152-AA19-94DFD97F1FA7}" type="pres">
      <dgm:prSet presAssocID="{BCBCE0B8-C729-49B1-ACAB-9C457F2CC680}" presName="sp" presStyleCnt="0"/>
      <dgm:spPr/>
    </dgm:pt>
    <dgm:pt modelId="{831D8475-BFFB-447A-9B7D-DE412D27D648}" type="pres">
      <dgm:prSet presAssocID="{9BA9899D-2ED2-4521-A7FA-31BB68F31D56}" presName="composite" presStyleCnt="0"/>
      <dgm:spPr/>
    </dgm:pt>
    <dgm:pt modelId="{9D9CCF76-DCB2-489C-9788-F777FAFF1075}" type="pres">
      <dgm:prSet presAssocID="{9BA9899D-2ED2-4521-A7FA-31BB68F31D56}" presName="parentText" presStyleLbl="alignNode1" presStyleIdx="3" presStyleCnt="5">
        <dgm:presLayoutVars>
          <dgm:chMax val="1"/>
          <dgm:bulletEnabled val="1"/>
        </dgm:presLayoutVars>
      </dgm:prSet>
      <dgm:spPr/>
    </dgm:pt>
    <dgm:pt modelId="{EB64F46C-DBDA-47A7-9404-CE1480713049}" type="pres">
      <dgm:prSet presAssocID="{9BA9899D-2ED2-4521-A7FA-31BB68F31D56}" presName="descendantText" presStyleLbl="alignAcc1" presStyleIdx="3" presStyleCnt="5">
        <dgm:presLayoutVars>
          <dgm:bulletEnabled val="1"/>
        </dgm:presLayoutVars>
      </dgm:prSet>
      <dgm:spPr/>
    </dgm:pt>
    <dgm:pt modelId="{8200B73C-A6CE-4F23-BEC6-DBBDB16134F8}" type="pres">
      <dgm:prSet presAssocID="{1819326A-0D9C-4EE7-A94D-2F1913D14D75}" presName="sp" presStyleCnt="0"/>
      <dgm:spPr/>
    </dgm:pt>
    <dgm:pt modelId="{212D0E48-13CF-4C61-899C-3D4A286436BC}" type="pres">
      <dgm:prSet presAssocID="{BD52B412-53B7-40A1-9F85-A07256610EAB}" presName="composite" presStyleCnt="0"/>
      <dgm:spPr/>
    </dgm:pt>
    <dgm:pt modelId="{BF65131A-9F6B-49EC-87AD-33F17EB353A5}" type="pres">
      <dgm:prSet presAssocID="{BD52B412-53B7-40A1-9F85-A07256610EAB}" presName="parentText" presStyleLbl="alignNode1" presStyleIdx="4" presStyleCnt="5">
        <dgm:presLayoutVars>
          <dgm:chMax val="1"/>
          <dgm:bulletEnabled val="1"/>
        </dgm:presLayoutVars>
      </dgm:prSet>
      <dgm:spPr/>
    </dgm:pt>
    <dgm:pt modelId="{B5383A9F-9D6F-45B5-8C90-F9004861FB3A}" type="pres">
      <dgm:prSet presAssocID="{BD52B412-53B7-40A1-9F85-A07256610EAB}" presName="descendantText" presStyleLbl="alignAcc1" presStyleIdx="4" presStyleCnt="5">
        <dgm:presLayoutVars>
          <dgm:bulletEnabled val="1"/>
        </dgm:presLayoutVars>
      </dgm:prSet>
      <dgm:spPr/>
    </dgm:pt>
  </dgm:ptLst>
  <dgm:cxnLst>
    <dgm:cxn modelId="{FBEB1702-F438-4942-9FFB-CD33B1423510}" srcId="{4E843ABE-011B-4772-9DCA-3FDCC1AE441C}" destId="{4B084F81-42BE-406E-AD2D-ECDCB88042B3}" srcOrd="0" destOrd="0" parTransId="{9B15C841-CFCC-4724-AC7A-2B728F5BE78D}" sibTransId="{AB72FC89-2F5C-4BF5-BDD4-617521B9596B}"/>
    <dgm:cxn modelId="{F6B44806-8C64-433E-8269-72D7B40B06AA}" type="presOf" srcId="{87BDD663-CEB5-49E1-BA17-F18B347AF70E}" destId="{861923AB-CA6F-46E8-8771-DCE8711A66D5}" srcOrd="0" destOrd="0" presId="urn:microsoft.com/office/officeart/2005/8/layout/chevron2"/>
    <dgm:cxn modelId="{823A441D-8447-42AA-A7B3-A8D48DD17194}" srcId="{4E7E2364-B48F-4CBF-8966-3EBA6E787B16}" destId="{9BA9899D-2ED2-4521-A7FA-31BB68F31D56}" srcOrd="3" destOrd="0" parTransId="{BB2BC23E-7CB6-4C6D-A31E-4991EAD967BF}" sibTransId="{1819326A-0D9C-4EE7-A94D-2F1913D14D75}"/>
    <dgm:cxn modelId="{87CE6023-0606-4807-930B-B06CEC1999B2}" type="presOf" srcId="{4E843ABE-011B-4772-9DCA-3FDCC1AE441C}" destId="{9EDEE1CB-B1FE-4E11-9B25-8164DDD9B5F8}" srcOrd="0" destOrd="0" presId="urn:microsoft.com/office/officeart/2005/8/layout/chevron2"/>
    <dgm:cxn modelId="{838B5036-FE34-4364-B445-8BFACECC25C3}" type="presOf" srcId="{7086E3AD-7C5F-4F80-A369-A2311CAB31B8}" destId="{EB64F46C-DBDA-47A7-9404-CE1480713049}" srcOrd="0" destOrd="0" presId="urn:microsoft.com/office/officeart/2005/8/layout/chevron2"/>
    <dgm:cxn modelId="{E3F8FC3F-AA94-489F-8349-D97C7A150053}" type="presOf" srcId="{3CC15D04-D6EE-4198-9FC8-FBF173FBF41A}" destId="{B5383A9F-9D6F-45B5-8C90-F9004861FB3A}" srcOrd="0" destOrd="1" presId="urn:microsoft.com/office/officeart/2005/8/layout/chevron2"/>
    <dgm:cxn modelId="{C0DCB060-24A2-436B-9025-82058C407D16}" srcId="{4E7E2364-B48F-4CBF-8966-3EBA6E787B16}" destId="{8F7C003B-B45E-4A6C-A64A-6F43ACBF022B}" srcOrd="0" destOrd="0" parTransId="{EC43515B-4FC9-491B-960D-2E02B9560B2F}" sibTransId="{2E773F69-DCF8-4CE3-9CB6-D9A210FE7F66}"/>
    <dgm:cxn modelId="{5D968443-4FAA-45E5-95FA-0788A5143D4A}" srcId="{9BA9899D-2ED2-4521-A7FA-31BB68F31D56}" destId="{7086E3AD-7C5F-4F80-A369-A2311CAB31B8}" srcOrd="0" destOrd="0" parTransId="{92F66474-AFAF-4071-99C5-18EA529869CF}" sibTransId="{985EA096-98B4-488F-AA6A-65264FA0FD04}"/>
    <dgm:cxn modelId="{F4D36664-555E-4922-9A53-A7A87932DD8A}" type="presOf" srcId="{A81D80C5-5F58-4AD9-B6E6-D26A19098C6C}" destId="{BFE2DAAC-5B3C-4EC0-A45D-FC68573CE952}" srcOrd="0" destOrd="0" presId="urn:microsoft.com/office/officeart/2005/8/layout/chevron2"/>
    <dgm:cxn modelId="{1C25FD66-F705-473A-A00B-4AD449C04284}" srcId="{BD52B412-53B7-40A1-9F85-A07256610EAB}" destId="{3CC15D04-D6EE-4198-9FC8-FBF173FBF41A}" srcOrd="1" destOrd="0" parTransId="{370B69E8-76EB-4421-8FF9-4694FBCC590D}" sibTransId="{4465E549-EF4C-4264-97EA-D71F3360211C}"/>
    <dgm:cxn modelId="{19BE196F-7E70-4862-A25A-8E9673FA22BF}" srcId="{4E7E2364-B48F-4CBF-8966-3EBA6E787B16}" destId="{BD52B412-53B7-40A1-9F85-A07256610EAB}" srcOrd="4" destOrd="0" parTransId="{21606666-DA50-4BCD-99B6-8628F3CD4C49}" sibTransId="{6A672EE4-1BDB-4EAD-877F-D8D60D5B30C3}"/>
    <dgm:cxn modelId="{AA641C6F-4EB8-4394-858F-53E297A5EB0A}" type="presOf" srcId="{442579F1-62FD-4889-9D86-6C898A675A81}" destId="{BFE2DAAC-5B3C-4EC0-A45D-FC68573CE952}" srcOrd="0" destOrd="1" presId="urn:microsoft.com/office/officeart/2005/8/layout/chevron2"/>
    <dgm:cxn modelId="{EAE59750-EE80-4690-BBC5-8407B80A7D99}" srcId="{69A58761-58D9-49ED-B655-11874FAD8CDD}" destId="{442579F1-62FD-4889-9D86-6C898A675A81}" srcOrd="1" destOrd="0" parTransId="{4C281688-E923-4129-902D-C3FE62D220EC}" sibTransId="{08FAEA31-B162-4847-8E5F-5BDF4E52AA49}"/>
    <dgm:cxn modelId="{5E0EAF72-7535-4A35-9CAC-EAE0ED10EC8E}" type="presOf" srcId="{69A58761-58D9-49ED-B655-11874FAD8CDD}" destId="{3049B3A9-A3A9-426A-903C-C35DE0F05948}" srcOrd="0" destOrd="0" presId="urn:microsoft.com/office/officeart/2005/8/layout/chevron2"/>
    <dgm:cxn modelId="{08743C57-72D7-4B03-878E-89C319A06C67}" type="presOf" srcId="{BD52B412-53B7-40A1-9F85-A07256610EAB}" destId="{BF65131A-9F6B-49EC-87AD-33F17EB353A5}" srcOrd="0" destOrd="0" presId="urn:microsoft.com/office/officeart/2005/8/layout/chevron2"/>
    <dgm:cxn modelId="{1332C77A-B53A-4643-97B0-4241E9B39F2A}" srcId="{4E7E2364-B48F-4CBF-8966-3EBA6E787B16}" destId="{4E843ABE-011B-4772-9DCA-3FDCC1AE441C}" srcOrd="2" destOrd="0" parTransId="{32F992DC-A0D6-407E-B5AB-794795D213AB}" sibTransId="{BCBCE0B8-C729-49B1-ACAB-9C457F2CC680}"/>
    <dgm:cxn modelId="{CF5A4A7D-BE33-4964-BCC4-D125CB851F09}" type="presOf" srcId="{4E7E2364-B48F-4CBF-8966-3EBA6E787B16}" destId="{9F9B3D23-F57F-479E-A9E2-1E674146C5EE}" srcOrd="0" destOrd="0" presId="urn:microsoft.com/office/officeart/2005/8/layout/chevron2"/>
    <dgm:cxn modelId="{2C71198B-47E2-4E9E-A54D-56E85E8776C5}" srcId="{4E7E2364-B48F-4CBF-8966-3EBA6E787B16}" destId="{69A58761-58D9-49ED-B655-11874FAD8CDD}" srcOrd="1" destOrd="0" parTransId="{69C47172-493C-4D76-90E6-637CCFDEB680}" sibTransId="{47BA5BB4-CE7E-42FE-B32B-A8D9A3AC60A1}"/>
    <dgm:cxn modelId="{0134CA9E-B3A5-4F4E-8FB2-01605F1E1CC5}" type="presOf" srcId="{FD3719A6-F4F2-42D5-8ECA-0444C6A9326A}" destId="{B5383A9F-9D6F-45B5-8C90-F9004861FB3A}" srcOrd="0" destOrd="0" presId="urn:microsoft.com/office/officeart/2005/8/layout/chevron2"/>
    <dgm:cxn modelId="{A5FA2CA4-02B5-41CC-BB04-C2739C910D51}" srcId="{8F7C003B-B45E-4A6C-A64A-6F43ACBF022B}" destId="{87BDD663-CEB5-49E1-BA17-F18B347AF70E}" srcOrd="0" destOrd="0" parTransId="{D43490A4-A5A6-4278-9242-A7519111392C}" sibTransId="{19C661AD-30D4-44E3-A87F-31B5617E454B}"/>
    <dgm:cxn modelId="{1F3253AD-9544-4409-ADE5-732451C6A5E3}" type="presOf" srcId="{8F7C003B-B45E-4A6C-A64A-6F43ACBF022B}" destId="{80112BF2-A566-4FF9-999C-3356EB71F0A1}" srcOrd="0" destOrd="0" presId="urn:microsoft.com/office/officeart/2005/8/layout/chevron2"/>
    <dgm:cxn modelId="{D4EB35AE-0724-4359-8D17-FAB3BD1CA614}" srcId="{BD52B412-53B7-40A1-9F85-A07256610EAB}" destId="{FD3719A6-F4F2-42D5-8ECA-0444C6A9326A}" srcOrd="0" destOrd="0" parTransId="{F04DD37E-4569-4AB0-AEFD-9F7277A1D43C}" sibTransId="{F955A307-D62E-45F3-992B-26AF63DAA453}"/>
    <dgm:cxn modelId="{888FBCE8-8B84-4298-BABF-A441FF89B682}" srcId="{69A58761-58D9-49ED-B655-11874FAD8CDD}" destId="{A81D80C5-5F58-4AD9-B6E6-D26A19098C6C}" srcOrd="0" destOrd="0" parTransId="{72AE898E-CB49-4415-8D2F-0B409D2CFCBF}" sibTransId="{9038DBF3-4D98-40CD-989B-CAA005DBB867}"/>
    <dgm:cxn modelId="{D16AF1E8-529E-4D1F-8AA4-0C49FE152A1F}" type="presOf" srcId="{9BA9899D-2ED2-4521-A7FA-31BB68F31D56}" destId="{9D9CCF76-DCB2-489C-9788-F777FAFF1075}" srcOrd="0" destOrd="0" presId="urn:microsoft.com/office/officeart/2005/8/layout/chevron2"/>
    <dgm:cxn modelId="{8E75A1F3-4331-48D1-9565-F96901D800F1}" type="presOf" srcId="{4B084F81-42BE-406E-AD2D-ECDCB88042B3}" destId="{48C22D36-4F4D-434D-A872-CDF596EA837E}" srcOrd="0" destOrd="0" presId="urn:microsoft.com/office/officeart/2005/8/layout/chevron2"/>
    <dgm:cxn modelId="{6936C4B0-9207-4388-B36D-2768F0CF3D70}" type="presParOf" srcId="{9F9B3D23-F57F-479E-A9E2-1E674146C5EE}" destId="{3E0216AC-9128-418D-99D9-357A2AC3150F}" srcOrd="0" destOrd="0" presId="urn:microsoft.com/office/officeart/2005/8/layout/chevron2"/>
    <dgm:cxn modelId="{0B4AED1E-39AD-4644-A18A-1F04869A9112}" type="presParOf" srcId="{3E0216AC-9128-418D-99D9-357A2AC3150F}" destId="{80112BF2-A566-4FF9-999C-3356EB71F0A1}" srcOrd="0" destOrd="0" presId="urn:microsoft.com/office/officeart/2005/8/layout/chevron2"/>
    <dgm:cxn modelId="{7DB0E7C2-CDE9-4B0A-A1A8-E46542608435}" type="presParOf" srcId="{3E0216AC-9128-418D-99D9-357A2AC3150F}" destId="{861923AB-CA6F-46E8-8771-DCE8711A66D5}" srcOrd="1" destOrd="0" presId="urn:microsoft.com/office/officeart/2005/8/layout/chevron2"/>
    <dgm:cxn modelId="{10C9D1EC-801A-4401-B924-0EAE76459DDB}" type="presParOf" srcId="{9F9B3D23-F57F-479E-A9E2-1E674146C5EE}" destId="{699974C0-13C9-450B-9248-C67F4FC729E3}" srcOrd="1" destOrd="0" presId="urn:microsoft.com/office/officeart/2005/8/layout/chevron2"/>
    <dgm:cxn modelId="{0721D8AC-6988-4532-B78E-AB5F8044D978}" type="presParOf" srcId="{9F9B3D23-F57F-479E-A9E2-1E674146C5EE}" destId="{35CCA5A2-AE1B-4C50-BC63-9A0F37C2E567}" srcOrd="2" destOrd="0" presId="urn:microsoft.com/office/officeart/2005/8/layout/chevron2"/>
    <dgm:cxn modelId="{EA8FBDFA-E932-48B0-878B-0900C8DCA463}" type="presParOf" srcId="{35CCA5A2-AE1B-4C50-BC63-9A0F37C2E567}" destId="{3049B3A9-A3A9-426A-903C-C35DE0F05948}" srcOrd="0" destOrd="0" presId="urn:microsoft.com/office/officeart/2005/8/layout/chevron2"/>
    <dgm:cxn modelId="{B56F601E-6BC8-49D6-8C16-0FA3AF01B217}" type="presParOf" srcId="{35CCA5A2-AE1B-4C50-BC63-9A0F37C2E567}" destId="{BFE2DAAC-5B3C-4EC0-A45D-FC68573CE952}" srcOrd="1" destOrd="0" presId="urn:microsoft.com/office/officeart/2005/8/layout/chevron2"/>
    <dgm:cxn modelId="{72C190C5-36E6-4279-B58C-47911D3A8864}" type="presParOf" srcId="{9F9B3D23-F57F-479E-A9E2-1E674146C5EE}" destId="{03CBCFA6-5D88-41F7-9624-F038BBD1A1D3}" srcOrd="3" destOrd="0" presId="urn:microsoft.com/office/officeart/2005/8/layout/chevron2"/>
    <dgm:cxn modelId="{88AF3574-5F63-4F26-8C2D-E50B92E71660}" type="presParOf" srcId="{9F9B3D23-F57F-479E-A9E2-1E674146C5EE}" destId="{A52B54F9-6733-4CCC-AD11-F548F729C9E9}" srcOrd="4" destOrd="0" presId="urn:microsoft.com/office/officeart/2005/8/layout/chevron2"/>
    <dgm:cxn modelId="{AEB58614-3218-404C-963E-81E8C033E175}" type="presParOf" srcId="{A52B54F9-6733-4CCC-AD11-F548F729C9E9}" destId="{9EDEE1CB-B1FE-4E11-9B25-8164DDD9B5F8}" srcOrd="0" destOrd="0" presId="urn:microsoft.com/office/officeart/2005/8/layout/chevron2"/>
    <dgm:cxn modelId="{AB998C8E-4C30-4739-B484-6EEE34DE9FC2}" type="presParOf" srcId="{A52B54F9-6733-4CCC-AD11-F548F729C9E9}" destId="{48C22D36-4F4D-434D-A872-CDF596EA837E}" srcOrd="1" destOrd="0" presId="urn:microsoft.com/office/officeart/2005/8/layout/chevron2"/>
    <dgm:cxn modelId="{DDF30C18-C346-4493-B3FE-420F738DD3A2}" type="presParOf" srcId="{9F9B3D23-F57F-479E-A9E2-1E674146C5EE}" destId="{21CCE789-53FE-4152-AA19-94DFD97F1FA7}" srcOrd="5" destOrd="0" presId="urn:microsoft.com/office/officeart/2005/8/layout/chevron2"/>
    <dgm:cxn modelId="{DE25FF10-4987-4931-B349-BD59D8265E6C}" type="presParOf" srcId="{9F9B3D23-F57F-479E-A9E2-1E674146C5EE}" destId="{831D8475-BFFB-447A-9B7D-DE412D27D648}" srcOrd="6" destOrd="0" presId="urn:microsoft.com/office/officeart/2005/8/layout/chevron2"/>
    <dgm:cxn modelId="{5BF54D51-9395-4457-BE54-463671B8A980}" type="presParOf" srcId="{831D8475-BFFB-447A-9B7D-DE412D27D648}" destId="{9D9CCF76-DCB2-489C-9788-F777FAFF1075}" srcOrd="0" destOrd="0" presId="urn:microsoft.com/office/officeart/2005/8/layout/chevron2"/>
    <dgm:cxn modelId="{44C4E13E-A81B-47FC-BB2C-1BDF50EC5573}" type="presParOf" srcId="{831D8475-BFFB-447A-9B7D-DE412D27D648}" destId="{EB64F46C-DBDA-47A7-9404-CE1480713049}" srcOrd="1" destOrd="0" presId="urn:microsoft.com/office/officeart/2005/8/layout/chevron2"/>
    <dgm:cxn modelId="{36688FDA-54A5-4253-B3C9-CFFCED7706FC}" type="presParOf" srcId="{9F9B3D23-F57F-479E-A9E2-1E674146C5EE}" destId="{8200B73C-A6CE-4F23-BEC6-DBBDB16134F8}" srcOrd="7" destOrd="0" presId="urn:microsoft.com/office/officeart/2005/8/layout/chevron2"/>
    <dgm:cxn modelId="{4D6C04CC-EE35-4F32-BED8-9275E24869EF}" type="presParOf" srcId="{9F9B3D23-F57F-479E-A9E2-1E674146C5EE}" destId="{212D0E48-13CF-4C61-899C-3D4A286436BC}" srcOrd="8" destOrd="0" presId="urn:microsoft.com/office/officeart/2005/8/layout/chevron2"/>
    <dgm:cxn modelId="{CDA7CAC8-A85F-428D-A133-5A0031F24DBE}" type="presParOf" srcId="{212D0E48-13CF-4C61-899C-3D4A286436BC}" destId="{BF65131A-9F6B-49EC-87AD-33F17EB353A5}" srcOrd="0" destOrd="0" presId="urn:microsoft.com/office/officeart/2005/8/layout/chevron2"/>
    <dgm:cxn modelId="{7D224E6E-214E-49E4-AAB3-B7B03891935B}" type="presParOf" srcId="{212D0E48-13CF-4C61-899C-3D4A286436BC}" destId="{B5383A9F-9D6F-45B5-8C90-F9004861FB3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122E83-3736-451A-B2D2-54C2AB2D99A3}" type="doc">
      <dgm:prSet loTypeId="urn:microsoft.com/office/officeart/2005/8/layout/process1" loCatId="process" qsTypeId="urn:microsoft.com/office/officeart/2005/8/quickstyle/simple1" qsCatId="simple" csTypeId="urn:microsoft.com/office/officeart/2005/8/colors/accent1_2" csCatId="accent1" phldr="1"/>
      <dgm:spPr/>
    </dgm:pt>
    <dgm:pt modelId="{DDBC64EA-BB1C-46C8-B6CA-4B1F48A2FE6E}">
      <dgm:prSet phldrT="[Text]"/>
      <dgm:spPr/>
      <dgm:t>
        <a:bodyPr/>
        <a:lstStyle/>
        <a:p>
          <a:r>
            <a:rPr lang="en-IN" b="1" i="0" dirty="0">
              <a:solidFill>
                <a:srgbClr val="FF0000"/>
              </a:solidFill>
            </a:rPr>
            <a:t>1969:</a:t>
          </a:r>
          <a:r>
            <a:rPr lang="en-IN" b="0" i="0" dirty="0">
              <a:solidFill>
                <a:srgbClr val="FF0000"/>
              </a:solidFill>
            </a:rPr>
            <a:t> </a:t>
          </a:r>
          <a:r>
            <a:rPr lang="en-IN" b="0" i="0" dirty="0">
              <a:solidFill>
                <a:srgbClr val="FF0000"/>
              </a:solidFill>
              <a:hlinkClick xmlns:r="http://schemas.openxmlformats.org/officeDocument/2006/relationships" r:id="rId1">
                <a:extLst>
                  <a:ext uri="{A12FA001-AC4F-418D-AE19-62706E023703}">
                    <ahyp:hlinkClr xmlns:ahyp="http://schemas.microsoft.com/office/drawing/2018/hyperlinkcolor" val="tx"/>
                  </a:ext>
                </a:extLst>
              </a:hlinkClick>
            </a:rPr>
            <a:t>Arpanet</a:t>
          </a:r>
          <a:endParaRPr lang="en-IN" dirty="0">
            <a:solidFill>
              <a:srgbClr val="FF0000"/>
            </a:solidFill>
          </a:endParaRPr>
        </a:p>
      </dgm:t>
    </dgm:pt>
    <dgm:pt modelId="{61C02D34-659A-4A7B-BC3A-F1101DBF59EA}" type="parTrans" cxnId="{4F85B857-01E3-42F5-93D9-114268E21E53}">
      <dgm:prSet/>
      <dgm:spPr/>
      <dgm:t>
        <a:bodyPr/>
        <a:lstStyle/>
        <a:p>
          <a:endParaRPr lang="en-IN"/>
        </a:p>
      </dgm:t>
    </dgm:pt>
    <dgm:pt modelId="{7ECE3919-F9D5-44B3-A515-68BA2FEFB7F0}" type="sibTrans" cxnId="{4F85B857-01E3-42F5-93D9-114268E21E53}">
      <dgm:prSet/>
      <dgm:spPr/>
      <dgm:t>
        <a:bodyPr/>
        <a:lstStyle/>
        <a:p>
          <a:endParaRPr lang="en-IN"/>
        </a:p>
      </dgm:t>
    </dgm:pt>
    <dgm:pt modelId="{BB30F580-98D9-4BB3-80D4-D91C1F4C2A57}">
      <dgm:prSet phldrT="[Text]"/>
      <dgm:spPr/>
      <dgm:t>
        <a:bodyPr/>
        <a:lstStyle/>
        <a:p>
          <a:r>
            <a:rPr lang="en-IN" b="0" i="0" dirty="0">
              <a:solidFill>
                <a:srgbClr val="FF0000"/>
              </a:solidFill>
            </a:rPr>
            <a:t>Beginnings of </a:t>
          </a:r>
          <a:r>
            <a:rPr lang="en-IN" b="0" i="0" dirty="0">
              <a:solidFill>
                <a:srgbClr val="FF0000"/>
              </a:solidFill>
              <a:hlinkClick xmlns:r="http://schemas.openxmlformats.org/officeDocument/2006/relationships" r:id="rId2">
                <a:extLst>
                  <a:ext uri="{A12FA001-AC4F-418D-AE19-62706E023703}">
                    <ahyp:hlinkClr xmlns:ahyp="http://schemas.microsoft.com/office/drawing/2018/hyperlinkcolor" val="tx"/>
                  </a:ext>
                </a:extLst>
              </a:hlinkClick>
            </a:rPr>
            <a:t>TCP/IP</a:t>
          </a:r>
          <a:endParaRPr lang="en-IN" dirty="0">
            <a:solidFill>
              <a:srgbClr val="FF0000"/>
            </a:solidFill>
          </a:endParaRPr>
        </a:p>
      </dgm:t>
    </dgm:pt>
    <dgm:pt modelId="{77C73B6C-A615-4D19-BFC5-A8EDA74EB43F}" type="parTrans" cxnId="{C2139049-1314-408E-B7BE-56FE5DE838AD}">
      <dgm:prSet/>
      <dgm:spPr/>
      <dgm:t>
        <a:bodyPr/>
        <a:lstStyle/>
        <a:p>
          <a:endParaRPr lang="en-IN"/>
        </a:p>
      </dgm:t>
    </dgm:pt>
    <dgm:pt modelId="{E384CE11-0423-43B3-B7F4-92A389AFDC66}" type="sibTrans" cxnId="{C2139049-1314-408E-B7BE-56FE5DE838AD}">
      <dgm:prSet/>
      <dgm:spPr/>
      <dgm:t>
        <a:bodyPr/>
        <a:lstStyle/>
        <a:p>
          <a:endParaRPr lang="en-IN"/>
        </a:p>
      </dgm:t>
    </dgm:pt>
    <dgm:pt modelId="{E7842421-99E0-485E-A296-611B08FC01BD}">
      <dgm:prSet phldrT="[Text]"/>
      <dgm:spPr/>
      <dgm:t>
        <a:bodyPr/>
        <a:lstStyle/>
        <a:p>
          <a:r>
            <a:rPr lang="en-IN" b="1" i="0" dirty="0">
              <a:solidFill>
                <a:srgbClr val="FF0000"/>
              </a:solidFill>
            </a:rPr>
            <a:t>1984</a:t>
          </a:r>
          <a:r>
            <a:rPr lang="en-IN" b="0" i="0" dirty="0">
              <a:solidFill>
                <a:srgbClr val="FF0000"/>
              </a:solidFill>
            </a:rPr>
            <a:t>: </a:t>
          </a:r>
          <a:r>
            <a:rPr lang="en-IN" b="0" i="0" dirty="0">
              <a:solidFill>
                <a:srgbClr val="FF0000"/>
              </a:solidFill>
              <a:hlinkClick xmlns:r="http://schemas.openxmlformats.org/officeDocument/2006/relationships" r:id="rId3">
                <a:extLst>
                  <a:ext uri="{A12FA001-AC4F-418D-AE19-62706E023703}">
                    <ahyp:hlinkClr xmlns:ahyp="http://schemas.microsoft.com/office/drawing/2018/hyperlinkcolor" val="tx"/>
                  </a:ext>
                </a:extLst>
              </a:hlinkClick>
            </a:rPr>
            <a:t>Domain Name System</a:t>
          </a:r>
          <a:r>
            <a:rPr lang="en-IN" b="0" i="0" dirty="0">
              <a:solidFill>
                <a:srgbClr val="FF0000"/>
              </a:solidFill>
            </a:rPr>
            <a:t> </a:t>
          </a:r>
          <a:endParaRPr lang="en-IN" dirty="0">
            <a:solidFill>
              <a:srgbClr val="FF0000"/>
            </a:solidFill>
          </a:endParaRPr>
        </a:p>
      </dgm:t>
    </dgm:pt>
    <dgm:pt modelId="{12FF7257-69E7-4E59-B88C-45526E9BE4CB}" type="parTrans" cxnId="{22B73E28-883A-4293-A3DD-CCFCD2099247}">
      <dgm:prSet/>
      <dgm:spPr/>
      <dgm:t>
        <a:bodyPr/>
        <a:lstStyle/>
        <a:p>
          <a:endParaRPr lang="en-IN"/>
        </a:p>
      </dgm:t>
    </dgm:pt>
    <dgm:pt modelId="{B47BB41B-8210-4BE4-BA5F-5F8EEBEA790F}" type="sibTrans" cxnId="{22B73E28-883A-4293-A3DD-CCFCD2099247}">
      <dgm:prSet/>
      <dgm:spPr/>
      <dgm:t>
        <a:bodyPr/>
        <a:lstStyle/>
        <a:p>
          <a:endParaRPr lang="en-IN"/>
        </a:p>
      </dgm:t>
    </dgm:pt>
    <dgm:pt modelId="{3ABC1A89-59AE-414A-B2D1-D4C1FA1429E1}">
      <dgm:prSet phldrT="[Text]"/>
      <dgm:spPr/>
      <dgm:t>
        <a:bodyPr/>
        <a:lstStyle/>
        <a:p>
          <a:r>
            <a:rPr lang="en-US" b="1" i="0" dirty="0">
              <a:solidFill>
                <a:srgbClr val="FF0000"/>
              </a:solidFill>
            </a:rPr>
            <a:t>1989</a:t>
          </a:r>
          <a:r>
            <a:rPr lang="en-US" b="0" i="0" dirty="0">
              <a:solidFill>
                <a:srgbClr val="FF0000"/>
              </a:solidFill>
            </a:rPr>
            <a:t>: Tim Berners-Lee proposes the </a:t>
          </a:r>
          <a:r>
            <a:rPr lang="en-US" b="0" i="0" dirty="0">
              <a:solidFill>
                <a:srgbClr val="FF0000"/>
              </a:solidFill>
              <a:hlinkClick xmlns:r="http://schemas.openxmlformats.org/officeDocument/2006/relationships" r:id="rId4">
                <a:extLst>
                  <a:ext uri="{A12FA001-AC4F-418D-AE19-62706E023703}">
                    <ahyp:hlinkClr xmlns:ahyp="http://schemas.microsoft.com/office/drawing/2018/hyperlinkcolor" val="tx"/>
                  </a:ext>
                </a:extLst>
              </a:hlinkClick>
            </a:rPr>
            <a:t>World Wide Web</a:t>
          </a:r>
          <a:endParaRPr lang="en-IN" dirty="0">
            <a:solidFill>
              <a:srgbClr val="FF0000"/>
            </a:solidFill>
          </a:endParaRPr>
        </a:p>
      </dgm:t>
    </dgm:pt>
    <dgm:pt modelId="{11288648-1878-4132-9BB5-886152F7C292}" type="parTrans" cxnId="{638208CA-464C-43CD-A561-CCC8D36753D5}">
      <dgm:prSet/>
      <dgm:spPr/>
      <dgm:t>
        <a:bodyPr/>
        <a:lstStyle/>
        <a:p>
          <a:endParaRPr lang="en-IN"/>
        </a:p>
      </dgm:t>
    </dgm:pt>
    <dgm:pt modelId="{783B6165-E5C9-49C0-ADFA-B771F87195C4}" type="sibTrans" cxnId="{638208CA-464C-43CD-A561-CCC8D36753D5}">
      <dgm:prSet/>
      <dgm:spPr/>
      <dgm:t>
        <a:bodyPr/>
        <a:lstStyle/>
        <a:p>
          <a:endParaRPr lang="en-IN"/>
        </a:p>
      </dgm:t>
    </dgm:pt>
    <dgm:pt modelId="{08CA4F89-7443-4C45-BB32-DA43B6CC5E5B}">
      <dgm:prSet phldrT="[Text]"/>
      <dgm:spPr/>
      <dgm:t>
        <a:bodyPr/>
        <a:lstStyle/>
        <a:p>
          <a:r>
            <a:rPr lang="en-US" b="1" i="0" dirty="0">
              <a:solidFill>
                <a:srgbClr val="FF0000"/>
              </a:solidFill>
            </a:rPr>
            <a:t>1990</a:t>
          </a:r>
          <a:r>
            <a:rPr lang="en-US" b="0" i="0" dirty="0">
              <a:solidFill>
                <a:srgbClr val="FF0000"/>
              </a:solidFill>
            </a:rPr>
            <a:t>: Considered the first IoT device, </a:t>
          </a:r>
          <a:r>
            <a:rPr lang="en-US" b="0" i="0" dirty="0">
              <a:solidFill>
                <a:srgbClr val="FF0000"/>
              </a:solidFill>
              <a:hlinkClick xmlns:r="http://schemas.openxmlformats.org/officeDocument/2006/relationships" r:id="rId5">
                <a:extLst>
                  <a:ext uri="{A12FA001-AC4F-418D-AE19-62706E023703}">
                    <ahyp:hlinkClr xmlns:ahyp="http://schemas.microsoft.com/office/drawing/2018/hyperlinkcolor" val="tx"/>
                  </a:ext>
                </a:extLst>
              </a:hlinkClick>
            </a:rPr>
            <a:t>John </a:t>
          </a:r>
          <a:r>
            <a:rPr lang="en-US" b="0" i="0" dirty="0" err="1">
              <a:solidFill>
                <a:srgbClr val="FF0000"/>
              </a:solidFill>
              <a:hlinkClick xmlns:r="http://schemas.openxmlformats.org/officeDocument/2006/relationships" r:id="rId5">
                <a:extLst>
                  <a:ext uri="{A12FA001-AC4F-418D-AE19-62706E023703}">
                    <ahyp:hlinkClr xmlns:ahyp="http://schemas.microsoft.com/office/drawing/2018/hyperlinkcolor" val="tx"/>
                  </a:ext>
                </a:extLst>
              </a:hlinkClick>
            </a:rPr>
            <a:t>Romkey</a:t>
          </a:r>
          <a:r>
            <a:rPr lang="en-US" b="0" i="0" dirty="0">
              <a:solidFill>
                <a:srgbClr val="FF0000"/>
              </a:solidFill>
            </a:rPr>
            <a:t> created a toaster that could be turned on and off over the Internet</a:t>
          </a:r>
          <a:endParaRPr lang="en-IN" dirty="0">
            <a:solidFill>
              <a:srgbClr val="FF0000"/>
            </a:solidFill>
          </a:endParaRPr>
        </a:p>
      </dgm:t>
    </dgm:pt>
    <dgm:pt modelId="{3306F792-0746-4FC4-9B88-C3628F8BB4C2}" type="parTrans" cxnId="{548711B4-4FD8-40D6-9972-62CB0E00CCE7}">
      <dgm:prSet/>
      <dgm:spPr/>
      <dgm:t>
        <a:bodyPr/>
        <a:lstStyle/>
        <a:p>
          <a:endParaRPr lang="en-IN"/>
        </a:p>
      </dgm:t>
    </dgm:pt>
    <dgm:pt modelId="{D099DB70-5E9A-40DD-8C9E-C46E14306CE2}" type="sibTrans" cxnId="{548711B4-4FD8-40D6-9972-62CB0E00CCE7}">
      <dgm:prSet/>
      <dgm:spPr/>
      <dgm:t>
        <a:bodyPr/>
        <a:lstStyle/>
        <a:p>
          <a:endParaRPr lang="en-IN"/>
        </a:p>
      </dgm:t>
    </dgm:pt>
    <dgm:pt modelId="{45A4A6E5-44B9-4DCB-BE4A-D1377E0765AD}">
      <dgm:prSet phldrT="[Text]"/>
      <dgm:spPr/>
      <dgm:t>
        <a:bodyPr/>
        <a:lstStyle/>
        <a:p>
          <a:r>
            <a:rPr lang="en-US" b="0" i="0" dirty="0">
              <a:solidFill>
                <a:srgbClr val="FF0000"/>
              </a:solidFill>
            </a:rPr>
            <a:t>The Internet of Things term is coined by </a:t>
          </a:r>
          <a:r>
            <a:rPr lang="en-US" b="0" i="0" dirty="0">
              <a:solidFill>
                <a:srgbClr val="FF0000"/>
              </a:solidFill>
              <a:hlinkClick xmlns:r="http://schemas.openxmlformats.org/officeDocument/2006/relationships" r:id="rId6">
                <a:extLst>
                  <a:ext uri="{A12FA001-AC4F-418D-AE19-62706E023703}">
                    <ahyp:hlinkClr xmlns:ahyp="http://schemas.microsoft.com/office/drawing/2018/hyperlinkcolor" val="tx"/>
                  </a:ext>
                </a:extLst>
              </a:hlinkClick>
            </a:rPr>
            <a:t>Kevin Ashton</a:t>
          </a:r>
          <a:r>
            <a:rPr lang="en-US" b="0" i="0" dirty="0">
              <a:solidFill>
                <a:srgbClr val="FF0000"/>
              </a:solidFill>
            </a:rPr>
            <a:t> </a:t>
          </a:r>
          <a:endParaRPr lang="en-IN" dirty="0">
            <a:solidFill>
              <a:srgbClr val="FF0000"/>
            </a:solidFill>
          </a:endParaRPr>
        </a:p>
      </dgm:t>
    </dgm:pt>
    <dgm:pt modelId="{3C3A4714-D196-417A-A4C2-6F902E9B66A1}" type="parTrans" cxnId="{C797E432-58AD-4001-83AE-1801E74E1803}">
      <dgm:prSet/>
      <dgm:spPr/>
      <dgm:t>
        <a:bodyPr/>
        <a:lstStyle/>
        <a:p>
          <a:endParaRPr lang="en-IN"/>
        </a:p>
      </dgm:t>
    </dgm:pt>
    <dgm:pt modelId="{E4546CB5-825A-44E7-B0CB-B8D982A35AC9}" type="sibTrans" cxnId="{C797E432-58AD-4001-83AE-1801E74E1803}">
      <dgm:prSet/>
      <dgm:spPr/>
      <dgm:t>
        <a:bodyPr/>
        <a:lstStyle/>
        <a:p>
          <a:endParaRPr lang="en-IN"/>
        </a:p>
      </dgm:t>
    </dgm:pt>
    <dgm:pt modelId="{0C60A7A7-E842-4A4E-8D1F-115C844130C2}">
      <dgm:prSet/>
      <dgm:spPr/>
      <dgm:t>
        <a:bodyPr/>
        <a:lstStyle/>
        <a:p>
          <a:r>
            <a:rPr lang="en-US" b="1" i="0" dirty="0">
              <a:solidFill>
                <a:srgbClr val="FF0000"/>
              </a:solidFill>
            </a:rPr>
            <a:t>1991</a:t>
          </a:r>
          <a:r>
            <a:rPr lang="en-US" b="0" i="0" dirty="0">
              <a:solidFill>
                <a:srgbClr val="FF0000"/>
              </a:solidFill>
            </a:rPr>
            <a:t>: The first </a:t>
          </a:r>
          <a:r>
            <a:rPr lang="en-US" b="0" i="0" dirty="0">
              <a:solidFill>
                <a:srgbClr val="FF0000"/>
              </a:solidFill>
              <a:hlinkClick xmlns:r="http://schemas.openxmlformats.org/officeDocument/2006/relationships" r:id="rId7">
                <a:extLst>
                  <a:ext uri="{A12FA001-AC4F-418D-AE19-62706E023703}">
                    <ahyp:hlinkClr xmlns:ahyp="http://schemas.microsoft.com/office/drawing/2018/hyperlinkcolor" val="tx"/>
                  </a:ext>
                </a:extLst>
              </a:hlinkClick>
            </a:rPr>
            <a:t>web page</a:t>
          </a:r>
          <a:r>
            <a:rPr lang="en-US" b="0" i="0" dirty="0">
              <a:solidFill>
                <a:srgbClr val="FF0000"/>
              </a:solidFill>
            </a:rPr>
            <a:t> was created by Tim Berners-Lee</a:t>
          </a:r>
          <a:endParaRPr lang="en-US" dirty="0">
            <a:solidFill>
              <a:srgbClr val="FF0000"/>
            </a:solidFill>
          </a:endParaRPr>
        </a:p>
      </dgm:t>
    </dgm:pt>
    <dgm:pt modelId="{2C5AE2C2-B8C7-4B8A-AB41-2F6E05B1C133}" type="parTrans" cxnId="{1432FABD-BB3B-430E-B23F-63BBCCDE14FA}">
      <dgm:prSet/>
      <dgm:spPr/>
      <dgm:t>
        <a:bodyPr/>
        <a:lstStyle/>
        <a:p>
          <a:endParaRPr lang="en-IN"/>
        </a:p>
      </dgm:t>
    </dgm:pt>
    <dgm:pt modelId="{D5A03C35-5E2A-4FFC-8FB4-185DB3446F72}" type="sibTrans" cxnId="{1432FABD-BB3B-430E-B23F-63BBCCDE14FA}">
      <dgm:prSet/>
      <dgm:spPr/>
      <dgm:t>
        <a:bodyPr/>
        <a:lstStyle/>
        <a:p>
          <a:endParaRPr lang="en-IN"/>
        </a:p>
      </dgm:t>
    </dgm:pt>
    <dgm:pt modelId="{152734FF-6EBB-4B4D-8034-DA4D64D3C8C5}">
      <dgm:prSet phldrT="[Text]"/>
      <dgm:spPr/>
      <dgm:t>
        <a:bodyPr/>
        <a:lstStyle/>
        <a:p>
          <a:r>
            <a:rPr lang="en-US" b="1" i="0" dirty="0">
              <a:solidFill>
                <a:srgbClr val="FF0000"/>
              </a:solidFill>
            </a:rPr>
            <a:t>2000 </a:t>
          </a:r>
          <a:r>
            <a:rPr lang="en-US" b="0" i="0" dirty="0">
              <a:solidFill>
                <a:srgbClr val="FF0000"/>
              </a:solidFill>
            </a:rPr>
            <a:t>LG announces it's first </a:t>
          </a:r>
          <a:r>
            <a:rPr lang="en-US" b="0" i="0" dirty="0">
              <a:solidFill>
                <a:srgbClr val="FF0000"/>
              </a:solidFill>
              <a:hlinkClick xmlns:r="http://schemas.openxmlformats.org/officeDocument/2006/relationships" r:id="rId8">
                <a:extLst>
                  <a:ext uri="{A12FA001-AC4F-418D-AE19-62706E023703}">
                    <ahyp:hlinkClr xmlns:ahyp="http://schemas.microsoft.com/office/drawing/2018/hyperlinkcolor" val="tx"/>
                  </a:ext>
                </a:extLst>
              </a:hlinkClick>
            </a:rPr>
            <a:t>Internet refrigerator</a:t>
          </a:r>
          <a:r>
            <a:rPr lang="en-US" b="0" i="0" dirty="0">
              <a:solidFill>
                <a:srgbClr val="FF0000"/>
              </a:solidFill>
            </a:rPr>
            <a:t> plans</a:t>
          </a:r>
          <a:endParaRPr lang="en-IN" dirty="0">
            <a:solidFill>
              <a:srgbClr val="FF0000"/>
            </a:solidFill>
          </a:endParaRPr>
        </a:p>
      </dgm:t>
    </dgm:pt>
    <dgm:pt modelId="{62F9F179-DD05-4AED-98AF-C33163717DDE}" type="parTrans" cxnId="{2A169E70-77ED-4CB6-A073-8FB3D3059A72}">
      <dgm:prSet/>
      <dgm:spPr/>
      <dgm:t>
        <a:bodyPr/>
        <a:lstStyle/>
        <a:p>
          <a:endParaRPr lang="en-IN"/>
        </a:p>
      </dgm:t>
    </dgm:pt>
    <dgm:pt modelId="{1E86FC77-4598-41AF-9B25-B15EE5AFFAC3}" type="sibTrans" cxnId="{2A169E70-77ED-4CB6-A073-8FB3D3059A72}">
      <dgm:prSet/>
      <dgm:spPr/>
      <dgm:t>
        <a:bodyPr/>
        <a:lstStyle/>
        <a:p>
          <a:endParaRPr lang="en-IN"/>
        </a:p>
      </dgm:t>
    </dgm:pt>
    <dgm:pt modelId="{8642E724-53E6-463B-A9C0-620F5503C47C}">
      <dgm:prSet phldrT="[Text]"/>
      <dgm:spPr/>
      <dgm:t>
        <a:bodyPr/>
        <a:lstStyle/>
        <a:p>
          <a:r>
            <a:rPr lang="en-US" b="1" i="0" dirty="0">
              <a:solidFill>
                <a:srgbClr val="FF0000"/>
              </a:solidFill>
            </a:rPr>
            <a:t>2009</a:t>
          </a:r>
          <a:r>
            <a:rPr lang="en-US" b="0" i="0" dirty="0">
              <a:solidFill>
                <a:srgbClr val="FF0000"/>
              </a:solidFill>
            </a:rPr>
            <a:t>: The Internet of Things was "Born"</a:t>
          </a:r>
          <a:endParaRPr lang="en-IN" dirty="0">
            <a:solidFill>
              <a:srgbClr val="FF0000"/>
            </a:solidFill>
          </a:endParaRPr>
        </a:p>
      </dgm:t>
    </dgm:pt>
    <dgm:pt modelId="{B7572A67-C2BC-42A0-B510-646D89D744FF}" type="parTrans" cxnId="{DEA85753-7DBD-457A-9DE4-E16B0385A2AA}">
      <dgm:prSet/>
      <dgm:spPr/>
      <dgm:t>
        <a:bodyPr/>
        <a:lstStyle/>
        <a:p>
          <a:endParaRPr lang="en-IN"/>
        </a:p>
      </dgm:t>
    </dgm:pt>
    <dgm:pt modelId="{6AEC56B5-CCCE-406D-8B0E-9B24E9ADB169}" type="sibTrans" cxnId="{DEA85753-7DBD-457A-9DE4-E16B0385A2AA}">
      <dgm:prSet/>
      <dgm:spPr/>
      <dgm:t>
        <a:bodyPr/>
        <a:lstStyle/>
        <a:p>
          <a:endParaRPr lang="en-IN"/>
        </a:p>
      </dgm:t>
    </dgm:pt>
    <dgm:pt modelId="{4A9449A5-46B5-4857-B33A-6F7131062ECD}" type="pres">
      <dgm:prSet presAssocID="{9B122E83-3736-451A-B2D2-54C2AB2D99A3}" presName="Name0" presStyleCnt="0">
        <dgm:presLayoutVars>
          <dgm:dir/>
          <dgm:resizeHandles val="exact"/>
        </dgm:presLayoutVars>
      </dgm:prSet>
      <dgm:spPr/>
    </dgm:pt>
    <dgm:pt modelId="{5F08E07F-17BC-44F0-9A22-A12144686791}" type="pres">
      <dgm:prSet presAssocID="{DDBC64EA-BB1C-46C8-B6CA-4B1F48A2FE6E}" presName="node" presStyleLbl="node1" presStyleIdx="0" presStyleCnt="9">
        <dgm:presLayoutVars>
          <dgm:bulletEnabled val="1"/>
        </dgm:presLayoutVars>
      </dgm:prSet>
      <dgm:spPr/>
    </dgm:pt>
    <dgm:pt modelId="{60232077-7B22-4388-BC80-A0526AFB475D}" type="pres">
      <dgm:prSet presAssocID="{7ECE3919-F9D5-44B3-A515-68BA2FEFB7F0}" presName="sibTrans" presStyleLbl="sibTrans2D1" presStyleIdx="0" presStyleCnt="8"/>
      <dgm:spPr/>
    </dgm:pt>
    <dgm:pt modelId="{931CE03A-9200-42BC-ACC6-F02ADB7CD93F}" type="pres">
      <dgm:prSet presAssocID="{7ECE3919-F9D5-44B3-A515-68BA2FEFB7F0}" presName="connectorText" presStyleLbl="sibTrans2D1" presStyleIdx="0" presStyleCnt="8"/>
      <dgm:spPr/>
    </dgm:pt>
    <dgm:pt modelId="{D76AEA1C-C1A7-4A2E-B339-C63D0FF5EED1}" type="pres">
      <dgm:prSet presAssocID="{0C60A7A7-E842-4A4E-8D1F-115C844130C2}" presName="node" presStyleLbl="node1" presStyleIdx="1" presStyleCnt="9">
        <dgm:presLayoutVars>
          <dgm:bulletEnabled val="1"/>
        </dgm:presLayoutVars>
      </dgm:prSet>
      <dgm:spPr/>
    </dgm:pt>
    <dgm:pt modelId="{7287E42D-E855-48C0-86AB-0017A59A87C9}" type="pres">
      <dgm:prSet presAssocID="{D5A03C35-5E2A-4FFC-8FB4-185DB3446F72}" presName="sibTrans" presStyleLbl="sibTrans2D1" presStyleIdx="1" presStyleCnt="8"/>
      <dgm:spPr/>
    </dgm:pt>
    <dgm:pt modelId="{3BD9A2FF-855A-440A-8A3A-C02F160C8666}" type="pres">
      <dgm:prSet presAssocID="{D5A03C35-5E2A-4FFC-8FB4-185DB3446F72}" presName="connectorText" presStyleLbl="sibTrans2D1" presStyleIdx="1" presStyleCnt="8"/>
      <dgm:spPr/>
    </dgm:pt>
    <dgm:pt modelId="{3667DC83-186F-41A6-AF4E-AE2D3602EBAD}" type="pres">
      <dgm:prSet presAssocID="{BB30F580-98D9-4BB3-80D4-D91C1F4C2A57}" presName="node" presStyleLbl="node1" presStyleIdx="2" presStyleCnt="9">
        <dgm:presLayoutVars>
          <dgm:bulletEnabled val="1"/>
        </dgm:presLayoutVars>
      </dgm:prSet>
      <dgm:spPr/>
    </dgm:pt>
    <dgm:pt modelId="{3F86E7B0-51FD-4C5C-824D-CC2E668780C1}" type="pres">
      <dgm:prSet presAssocID="{E384CE11-0423-43B3-B7F4-92A389AFDC66}" presName="sibTrans" presStyleLbl="sibTrans2D1" presStyleIdx="2" presStyleCnt="8"/>
      <dgm:spPr/>
    </dgm:pt>
    <dgm:pt modelId="{0F3B1B68-9CAC-4A63-A1A9-ED14AB3365DF}" type="pres">
      <dgm:prSet presAssocID="{E384CE11-0423-43B3-B7F4-92A389AFDC66}" presName="connectorText" presStyleLbl="sibTrans2D1" presStyleIdx="2" presStyleCnt="8"/>
      <dgm:spPr/>
    </dgm:pt>
    <dgm:pt modelId="{E9AC70F2-8AFB-4193-9C88-8A5BB9DFF9D8}" type="pres">
      <dgm:prSet presAssocID="{E7842421-99E0-485E-A296-611B08FC01BD}" presName="node" presStyleLbl="node1" presStyleIdx="3" presStyleCnt="9">
        <dgm:presLayoutVars>
          <dgm:bulletEnabled val="1"/>
        </dgm:presLayoutVars>
      </dgm:prSet>
      <dgm:spPr/>
    </dgm:pt>
    <dgm:pt modelId="{C1463CA3-C695-4161-9340-0E1869F07F90}" type="pres">
      <dgm:prSet presAssocID="{B47BB41B-8210-4BE4-BA5F-5F8EEBEA790F}" presName="sibTrans" presStyleLbl="sibTrans2D1" presStyleIdx="3" presStyleCnt="8"/>
      <dgm:spPr/>
    </dgm:pt>
    <dgm:pt modelId="{B43EA8B0-D531-481C-8A9B-137AB6DB81FB}" type="pres">
      <dgm:prSet presAssocID="{B47BB41B-8210-4BE4-BA5F-5F8EEBEA790F}" presName="connectorText" presStyleLbl="sibTrans2D1" presStyleIdx="3" presStyleCnt="8"/>
      <dgm:spPr/>
    </dgm:pt>
    <dgm:pt modelId="{35D042F1-C763-4326-808A-36A145588E8C}" type="pres">
      <dgm:prSet presAssocID="{3ABC1A89-59AE-414A-B2D1-D4C1FA1429E1}" presName="node" presStyleLbl="node1" presStyleIdx="4" presStyleCnt="9">
        <dgm:presLayoutVars>
          <dgm:bulletEnabled val="1"/>
        </dgm:presLayoutVars>
      </dgm:prSet>
      <dgm:spPr/>
    </dgm:pt>
    <dgm:pt modelId="{6061A6BA-0C23-45F6-86B6-AF5E2CF96F95}" type="pres">
      <dgm:prSet presAssocID="{783B6165-E5C9-49C0-ADFA-B771F87195C4}" presName="sibTrans" presStyleLbl="sibTrans2D1" presStyleIdx="4" presStyleCnt="8"/>
      <dgm:spPr/>
    </dgm:pt>
    <dgm:pt modelId="{75484FEC-DAC1-4910-AD58-6DEAB15C2660}" type="pres">
      <dgm:prSet presAssocID="{783B6165-E5C9-49C0-ADFA-B771F87195C4}" presName="connectorText" presStyleLbl="sibTrans2D1" presStyleIdx="4" presStyleCnt="8"/>
      <dgm:spPr/>
    </dgm:pt>
    <dgm:pt modelId="{1EEF4AA0-B509-4E47-A8BD-981582C74D98}" type="pres">
      <dgm:prSet presAssocID="{08CA4F89-7443-4C45-BB32-DA43B6CC5E5B}" presName="node" presStyleLbl="node1" presStyleIdx="5" presStyleCnt="9">
        <dgm:presLayoutVars>
          <dgm:bulletEnabled val="1"/>
        </dgm:presLayoutVars>
      </dgm:prSet>
      <dgm:spPr/>
    </dgm:pt>
    <dgm:pt modelId="{AE9F53EB-4511-43C9-A6C2-CCCE5055C978}" type="pres">
      <dgm:prSet presAssocID="{D099DB70-5E9A-40DD-8C9E-C46E14306CE2}" presName="sibTrans" presStyleLbl="sibTrans2D1" presStyleIdx="5" presStyleCnt="8"/>
      <dgm:spPr/>
    </dgm:pt>
    <dgm:pt modelId="{81DBFE2A-3301-4732-8CC1-58131F15741A}" type="pres">
      <dgm:prSet presAssocID="{D099DB70-5E9A-40DD-8C9E-C46E14306CE2}" presName="connectorText" presStyleLbl="sibTrans2D1" presStyleIdx="5" presStyleCnt="8"/>
      <dgm:spPr/>
    </dgm:pt>
    <dgm:pt modelId="{D58723B0-C8A4-41FD-8CB9-0393EB792F8D}" type="pres">
      <dgm:prSet presAssocID="{45A4A6E5-44B9-4DCB-BE4A-D1377E0765AD}" presName="node" presStyleLbl="node1" presStyleIdx="6" presStyleCnt="9">
        <dgm:presLayoutVars>
          <dgm:bulletEnabled val="1"/>
        </dgm:presLayoutVars>
      </dgm:prSet>
      <dgm:spPr/>
    </dgm:pt>
    <dgm:pt modelId="{2871EF1A-62DD-4D81-A0CF-3F7EE46BB99A}" type="pres">
      <dgm:prSet presAssocID="{E4546CB5-825A-44E7-B0CB-B8D982A35AC9}" presName="sibTrans" presStyleLbl="sibTrans2D1" presStyleIdx="6" presStyleCnt="8"/>
      <dgm:spPr/>
    </dgm:pt>
    <dgm:pt modelId="{B33691FA-DABE-4B49-9AB0-A892BAAD73E9}" type="pres">
      <dgm:prSet presAssocID="{E4546CB5-825A-44E7-B0CB-B8D982A35AC9}" presName="connectorText" presStyleLbl="sibTrans2D1" presStyleIdx="6" presStyleCnt="8"/>
      <dgm:spPr/>
    </dgm:pt>
    <dgm:pt modelId="{925C17E4-505C-4FE9-A8BD-B4CC1F01C185}" type="pres">
      <dgm:prSet presAssocID="{152734FF-6EBB-4B4D-8034-DA4D64D3C8C5}" presName="node" presStyleLbl="node1" presStyleIdx="7" presStyleCnt="9">
        <dgm:presLayoutVars>
          <dgm:bulletEnabled val="1"/>
        </dgm:presLayoutVars>
      </dgm:prSet>
      <dgm:spPr/>
    </dgm:pt>
    <dgm:pt modelId="{A1227BAC-56E4-45DA-960B-4C472B9BFE62}" type="pres">
      <dgm:prSet presAssocID="{1E86FC77-4598-41AF-9B25-B15EE5AFFAC3}" presName="sibTrans" presStyleLbl="sibTrans2D1" presStyleIdx="7" presStyleCnt="8"/>
      <dgm:spPr/>
    </dgm:pt>
    <dgm:pt modelId="{44EA2D64-FC55-401D-BE45-25F88D05C016}" type="pres">
      <dgm:prSet presAssocID="{1E86FC77-4598-41AF-9B25-B15EE5AFFAC3}" presName="connectorText" presStyleLbl="sibTrans2D1" presStyleIdx="7" presStyleCnt="8"/>
      <dgm:spPr/>
    </dgm:pt>
    <dgm:pt modelId="{EB281EFB-6F43-4C93-B237-FD03BF25E937}" type="pres">
      <dgm:prSet presAssocID="{8642E724-53E6-463B-A9C0-620F5503C47C}" presName="node" presStyleLbl="node1" presStyleIdx="8" presStyleCnt="9">
        <dgm:presLayoutVars>
          <dgm:bulletEnabled val="1"/>
        </dgm:presLayoutVars>
      </dgm:prSet>
      <dgm:spPr/>
    </dgm:pt>
  </dgm:ptLst>
  <dgm:cxnLst>
    <dgm:cxn modelId="{79054000-B33E-48C4-8FD8-16390433A4E5}" type="presOf" srcId="{E4546CB5-825A-44E7-B0CB-B8D982A35AC9}" destId="{2871EF1A-62DD-4D81-A0CF-3F7EE46BB99A}" srcOrd="0" destOrd="0" presId="urn:microsoft.com/office/officeart/2005/8/layout/process1"/>
    <dgm:cxn modelId="{4A653D01-0BD7-4083-9684-979E84B827F4}" type="presOf" srcId="{D099DB70-5E9A-40DD-8C9E-C46E14306CE2}" destId="{AE9F53EB-4511-43C9-A6C2-CCCE5055C978}" srcOrd="0" destOrd="0" presId="urn:microsoft.com/office/officeart/2005/8/layout/process1"/>
    <dgm:cxn modelId="{F879F10E-66ED-43A2-8F0E-53570FEC7D99}" type="presOf" srcId="{783B6165-E5C9-49C0-ADFA-B771F87195C4}" destId="{75484FEC-DAC1-4910-AD58-6DEAB15C2660}" srcOrd="1" destOrd="0" presId="urn:microsoft.com/office/officeart/2005/8/layout/process1"/>
    <dgm:cxn modelId="{52996E14-58B3-4467-ACD5-226127EEC906}" type="presOf" srcId="{1E86FC77-4598-41AF-9B25-B15EE5AFFAC3}" destId="{A1227BAC-56E4-45DA-960B-4C472B9BFE62}" srcOrd="0" destOrd="0" presId="urn:microsoft.com/office/officeart/2005/8/layout/process1"/>
    <dgm:cxn modelId="{AF20DA15-029F-456A-9D00-D9351010EF4E}" type="presOf" srcId="{D5A03C35-5E2A-4FFC-8FB4-185DB3446F72}" destId="{7287E42D-E855-48C0-86AB-0017A59A87C9}" srcOrd="0" destOrd="0" presId="urn:microsoft.com/office/officeart/2005/8/layout/process1"/>
    <dgm:cxn modelId="{3E29C11F-9F15-45FB-8FCA-63230C27FE89}" type="presOf" srcId="{152734FF-6EBB-4B4D-8034-DA4D64D3C8C5}" destId="{925C17E4-505C-4FE9-A8BD-B4CC1F01C185}" srcOrd="0" destOrd="0" presId="urn:microsoft.com/office/officeart/2005/8/layout/process1"/>
    <dgm:cxn modelId="{22B73E28-883A-4293-A3DD-CCFCD2099247}" srcId="{9B122E83-3736-451A-B2D2-54C2AB2D99A3}" destId="{E7842421-99E0-485E-A296-611B08FC01BD}" srcOrd="3" destOrd="0" parTransId="{12FF7257-69E7-4E59-B88C-45526E9BE4CB}" sibTransId="{B47BB41B-8210-4BE4-BA5F-5F8EEBEA790F}"/>
    <dgm:cxn modelId="{861B182A-96B6-4992-8997-C68E712EB7B3}" type="presOf" srcId="{7ECE3919-F9D5-44B3-A515-68BA2FEFB7F0}" destId="{931CE03A-9200-42BC-ACC6-F02ADB7CD93F}" srcOrd="1" destOrd="0" presId="urn:microsoft.com/office/officeart/2005/8/layout/process1"/>
    <dgm:cxn modelId="{9EA1742D-17E7-4AB6-870F-E5D83F17768D}" type="presOf" srcId="{9B122E83-3736-451A-B2D2-54C2AB2D99A3}" destId="{4A9449A5-46B5-4857-B33A-6F7131062ECD}" srcOrd="0" destOrd="0" presId="urn:microsoft.com/office/officeart/2005/8/layout/process1"/>
    <dgm:cxn modelId="{C797E432-58AD-4001-83AE-1801E74E1803}" srcId="{9B122E83-3736-451A-B2D2-54C2AB2D99A3}" destId="{45A4A6E5-44B9-4DCB-BE4A-D1377E0765AD}" srcOrd="6" destOrd="0" parTransId="{3C3A4714-D196-417A-A4C2-6F902E9B66A1}" sibTransId="{E4546CB5-825A-44E7-B0CB-B8D982A35AC9}"/>
    <dgm:cxn modelId="{540E2133-4D7C-428C-A2B1-3974FFDF52EC}" type="presOf" srcId="{45A4A6E5-44B9-4DCB-BE4A-D1377E0765AD}" destId="{D58723B0-C8A4-41FD-8CB9-0393EB792F8D}" srcOrd="0" destOrd="0" presId="urn:microsoft.com/office/officeart/2005/8/layout/process1"/>
    <dgm:cxn modelId="{4AC59C39-EEFC-4D90-9490-65D9180C4B31}" type="presOf" srcId="{E384CE11-0423-43B3-B7F4-92A389AFDC66}" destId="{0F3B1B68-9CAC-4A63-A1A9-ED14AB3365DF}" srcOrd="1" destOrd="0" presId="urn:microsoft.com/office/officeart/2005/8/layout/process1"/>
    <dgm:cxn modelId="{88C4F039-EC15-42C8-90B3-D319A480A300}" type="presOf" srcId="{E384CE11-0423-43B3-B7F4-92A389AFDC66}" destId="{3F86E7B0-51FD-4C5C-824D-CC2E668780C1}" srcOrd="0" destOrd="0" presId="urn:microsoft.com/office/officeart/2005/8/layout/process1"/>
    <dgm:cxn modelId="{13335260-278D-42DD-8BAB-DEC83339FD5D}" type="presOf" srcId="{7ECE3919-F9D5-44B3-A515-68BA2FEFB7F0}" destId="{60232077-7B22-4388-BC80-A0526AFB475D}" srcOrd="0" destOrd="0" presId="urn:microsoft.com/office/officeart/2005/8/layout/process1"/>
    <dgm:cxn modelId="{AD45B361-86EA-41FD-BFD9-223A0350E6A6}" type="presOf" srcId="{D099DB70-5E9A-40DD-8C9E-C46E14306CE2}" destId="{81DBFE2A-3301-4732-8CC1-58131F15741A}" srcOrd="1" destOrd="0" presId="urn:microsoft.com/office/officeart/2005/8/layout/process1"/>
    <dgm:cxn modelId="{C2139049-1314-408E-B7BE-56FE5DE838AD}" srcId="{9B122E83-3736-451A-B2D2-54C2AB2D99A3}" destId="{BB30F580-98D9-4BB3-80D4-D91C1F4C2A57}" srcOrd="2" destOrd="0" parTransId="{77C73B6C-A615-4D19-BFC5-A8EDA74EB43F}" sibTransId="{E384CE11-0423-43B3-B7F4-92A389AFDC66}"/>
    <dgm:cxn modelId="{2A169E70-77ED-4CB6-A073-8FB3D3059A72}" srcId="{9B122E83-3736-451A-B2D2-54C2AB2D99A3}" destId="{152734FF-6EBB-4B4D-8034-DA4D64D3C8C5}" srcOrd="7" destOrd="0" parTransId="{62F9F179-DD05-4AED-98AF-C33163717DDE}" sibTransId="{1E86FC77-4598-41AF-9B25-B15EE5AFFAC3}"/>
    <dgm:cxn modelId="{BD01AA70-1094-44AF-B4C7-A9B59D441F93}" type="presOf" srcId="{08CA4F89-7443-4C45-BB32-DA43B6CC5E5B}" destId="{1EEF4AA0-B509-4E47-A8BD-981582C74D98}" srcOrd="0" destOrd="0" presId="urn:microsoft.com/office/officeart/2005/8/layout/process1"/>
    <dgm:cxn modelId="{5CE11952-AC99-4BE2-9A0C-AA79D1C6137D}" type="presOf" srcId="{1E86FC77-4598-41AF-9B25-B15EE5AFFAC3}" destId="{44EA2D64-FC55-401D-BE45-25F88D05C016}" srcOrd="1" destOrd="0" presId="urn:microsoft.com/office/officeart/2005/8/layout/process1"/>
    <dgm:cxn modelId="{DEA85753-7DBD-457A-9DE4-E16B0385A2AA}" srcId="{9B122E83-3736-451A-B2D2-54C2AB2D99A3}" destId="{8642E724-53E6-463B-A9C0-620F5503C47C}" srcOrd="8" destOrd="0" parTransId="{B7572A67-C2BC-42A0-B510-646D89D744FF}" sibTransId="{6AEC56B5-CCCE-406D-8B0E-9B24E9ADB169}"/>
    <dgm:cxn modelId="{4F85B857-01E3-42F5-93D9-114268E21E53}" srcId="{9B122E83-3736-451A-B2D2-54C2AB2D99A3}" destId="{DDBC64EA-BB1C-46C8-B6CA-4B1F48A2FE6E}" srcOrd="0" destOrd="0" parTransId="{61C02D34-659A-4A7B-BC3A-F1101DBF59EA}" sibTransId="{7ECE3919-F9D5-44B3-A515-68BA2FEFB7F0}"/>
    <dgm:cxn modelId="{E306EB79-5FC6-4B01-8C94-6ED2D1640761}" type="presOf" srcId="{B47BB41B-8210-4BE4-BA5F-5F8EEBEA790F}" destId="{B43EA8B0-D531-481C-8A9B-137AB6DB81FB}" srcOrd="1" destOrd="0" presId="urn:microsoft.com/office/officeart/2005/8/layout/process1"/>
    <dgm:cxn modelId="{B49EEE9F-771F-4B35-9041-A36E7198CF64}" type="presOf" srcId="{3ABC1A89-59AE-414A-B2D1-D4C1FA1429E1}" destId="{35D042F1-C763-4326-808A-36A145588E8C}" srcOrd="0" destOrd="0" presId="urn:microsoft.com/office/officeart/2005/8/layout/process1"/>
    <dgm:cxn modelId="{548711B4-4FD8-40D6-9972-62CB0E00CCE7}" srcId="{9B122E83-3736-451A-B2D2-54C2AB2D99A3}" destId="{08CA4F89-7443-4C45-BB32-DA43B6CC5E5B}" srcOrd="5" destOrd="0" parTransId="{3306F792-0746-4FC4-9B88-C3628F8BB4C2}" sibTransId="{D099DB70-5E9A-40DD-8C9E-C46E14306CE2}"/>
    <dgm:cxn modelId="{B4680BBA-7A70-4ED1-9B96-6B9A48B9B8C5}" type="presOf" srcId="{E7842421-99E0-485E-A296-611B08FC01BD}" destId="{E9AC70F2-8AFB-4193-9C88-8A5BB9DFF9D8}" srcOrd="0" destOrd="0" presId="urn:microsoft.com/office/officeart/2005/8/layout/process1"/>
    <dgm:cxn modelId="{1432FABD-BB3B-430E-B23F-63BBCCDE14FA}" srcId="{9B122E83-3736-451A-B2D2-54C2AB2D99A3}" destId="{0C60A7A7-E842-4A4E-8D1F-115C844130C2}" srcOrd="1" destOrd="0" parTransId="{2C5AE2C2-B8C7-4B8A-AB41-2F6E05B1C133}" sibTransId="{D5A03C35-5E2A-4FFC-8FB4-185DB3446F72}"/>
    <dgm:cxn modelId="{638208CA-464C-43CD-A561-CCC8D36753D5}" srcId="{9B122E83-3736-451A-B2D2-54C2AB2D99A3}" destId="{3ABC1A89-59AE-414A-B2D1-D4C1FA1429E1}" srcOrd="4" destOrd="0" parTransId="{11288648-1878-4132-9BB5-886152F7C292}" sibTransId="{783B6165-E5C9-49C0-ADFA-B771F87195C4}"/>
    <dgm:cxn modelId="{BB58B4D1-2D09-4279-901C-398065BBBC7D}" type="presOf" srcId="{D5A03C35-5E2A-4FFC-8FB4-185DB3446F72}" destId="{3BD9A2FF-855A-440A-8A3A-C02F160C8666}" srcOrd="1" destOrd="0" presId="urn:microsoft.com/office/officeart/2005/8/layout/process1"/>
    <dgm:cxn modelId="{24E2E9DA-30ED-4278-BF5D-100CBD9CA723}" type="presOf" srcId="{8642E724-53E6-463B-A9C0-620F5503C47C}" destId="{EB281EFB-6F43-4C93-B237-FD03BF25E937}" srcOrd="0" destOrd="0" presId="urn:microsoft.com/office/officeart/2005/8/layout/process1"/>
    <dgm:cxn modelId="{09B630DE-01C4-49A9-9DB2-AF2B6D0289B9}" type="presOf" srcId="{E4546CB5-825A-44E7-B0CB-B8D982A35AC9}" destId="{B33691FA-DABE-4B49-9AB0-A892BAAD73E9}" srcOrd="1" destOrd="0" presId="urn:microsoft.com/office/officeart/2005/8/layout/process1"/>
    <dgm:cxn modelId="{2D919DE5-DAF0-4817-B07F-4E159F180B31}" type="presOf" srcId="{0C60A7A7-E842-4A4E-8D1F-115C844130C2}" destId="{D76AEA1C-C1A7-4A2E-B339-C63D0FF5EED1}" srcOrd="0" destOrd="0" presId="urn:microsoft.com/office/officeart/2005/8/layout/process1"/>
    <dgm:cxn modelId="{32CA44E7-072C-4188-A7A5-07CEDA7DA714}" type="presOf" srcId="{783B6165-E5C9-49C0-ADFA-B771F87195C4}" destId="{6061A6BA-0C23-45F6-86B6-AF5E2CF96F95}" srcOrd="0" destOrd="0" presId="urn:microsoft.com/office/officeart/2005/8/layout/process1"/>
    <dgm:cxn modelId="{DA3C0DF0-65EA-44B3-9AF0-039EB9B50CC7}" type="presOf" srcId="{BB30F580-98D9-4BB3-80D4-D91C1F4C2A57}" destId="{3667DC83-186F-41A6-AF4E-AE2D3602EBAD}" srcOrd="0" destOrd="0" presId="urn:microsoft.com/office/officeart/2005/8/layout/process1"/>
    <dgm:cxn modelId="{F1B1F5FC-4D20-4E0A-9A12-230B92F26500}" type="presOf" srcId="{DDBC64EA-BB1C-46C8-B6CA-4B1F48A2FE6E}" destId="{5F08E07F-17BC-44F0-9A22-A12144686791}" srcOrd="0" destOrd="0" presId="urn:microsoft.com/office/officeart/2005/8/layout/process1"/>
    <dgm:cxn modelId="{189126FF-5CF2-478A-853C-FC8F19156008}" type="presOf" srcId="{B47BB41B-8210-4BE4-BA5F-5F8EEBEA790F}" destId="{C1463CA3-C695-4161-9340-0E1869F07F90}" srcOrd="0" destOrd="0" presId="urn:microsoft.com/office/officeart/2005/8/layout/process1"/>
    <dgm:cxn modelId="{81FAA375-1EA5-432B-B8A2-A5561D55F82D}" type="presParOf" srcId="{4A9449A5-46B5-4857-B33A-6F7131062ECD}" destId="{5F08E07F-17BC-44F0-9A22-A12144686791}" srcOrd="0" destOrd="0" presId="urn:microsoft.com/office/officeart/2005/8/layout/process1"/>
    <dgm:cxn modelId="{6F475642-6C13-4D65-A842-C2815FEDC6B9}" type="presParOf" srcId="{4A9449A5-46B5-4857-B33A-6F7131062ECD}" destId="{60232077-7B22-4388-BC80-A0526AFB475D}" srcOrd="1" destOrd="0" presId="urn:microsoft.com/office/officeart/2005/8/layout/process1"/>
    <dgm:cxn modelId="{42782E8B-2B73-473B-8533-1C0C56E8B50D}" type="presParOf" srcId="{60232077-7B22-4388-BC80-A0526AFB475D}" destId="{931CE03A-9200-42BC-ACC6-F02ADB7CD93F}" srcOrd="0" destOrd="0" presId="urn:microsoft.com/office/officeart/2005/8/layout/process1"/>
    <dgm:cxn modelId="{1A30FC46-C46B-460B-B67F-395581826C29}" type="presParOf" srcId="{4A9449A5-46B5-4857-B33A-6F7131062ECD}" destId="{D76AEA1C-C1A7-4A2E-B339-C63D0FF5EED1}" srcOrd="2" destOrd="0" presId="urn:microsoft.com/office/officeart/2005/8/layout/process1"/>
    <dgm:cxn modelId="{90959278-617A-4BAA-B76C-47D6152321CC}" type="presParOf" srcId="{4A9449A5-46B5-4857-B33A-6F7131062ECD}" destId="{7287E42D-E855-48C0-86AB-0017A59A87C9}" srcOrd="3" destOrd="0" presId="urn:microsoft.com/office/officeart/2005/8/layout/process1"/>
    <dgm:cxn modelId="{C14CF7BA-25D5-4EDE-95ED-B748210511D1}" type="presParOf" srcId="{7287E42D-E855-48C0-86AB-0017A59A87C9}" destId="{3BD9A2FF-855A-440A-8A3A-C02F160C8666}" srcOrd="0" destOrd="0" presId="urn:microsoft.com/office/officeart/2005/8/layout/process1"/>
    <dgm:cxn modelId="{62153423-0D5A-4044-B03E-964CCEB77F15}" type="presParOf" srcId="{4A9449A5-46B5-4857-B33A-6F7131062ECD}" destId="{3667DC83-186F-41A6-AF4E-AE2D3602EBAD}" srcOrd="4" destOrd="0" presId="urn:microsoft.com/office/officeart/2005/8/layout/process1"/>
    <dgm:cxn modelId="{2E234836-4598-496F-98E3-0D26190BA215}" type="presParOf" srcId="{4A9449A5-46B5-4857-B33A-6F7131062ECD}" destId="{3F86E7B0-51FD-4C5C-824D-CC2E668780C1}" srcOrd="5" destOrd="0" presId="urn:microsoft.com/office/officeart/2005/8/layout/process1"/>
    <dgm:cxn modelId="{98CFB733-C626-4229-9AD5-3466289C0411}" type="presParOf" srcId="{3F86E7B0-51FD-4C5C-824D-CC2E668780C1}" destId="{0F3B1B68-9CAC-4A63-A1A9-ED14AB3365DF}" srcOrd="0" destOrd="0" presId="urn:microsoft.com/office/officeart/2005/8/layout/process1"/>
    <dgm:cxn modelId="{B40FF95C-DF0D-4251-B16A-2DEDF0B1678A}" type="presParOf" srcId="{4A9449A5-46B5-4857-B33A-6F7131062ECD}" destId="{E9AC70F2-8AFB-4193-9C88-8A5BB9DFF9D8}" srcOrd="6" destOrd="0" presId="urn:microsoft.com/office/officeart/2005/8/layout/process1"/>
    <dgm:cxn modelId="{3567E8FB-C54A-4072-BE12-A7E340FD908C}" type="presParOf" srcId="{4A9449A5-46B5-4857-B33A-6F7131062ECD}" destId="{C1463CA3-C695-4161-9340-0E1869F07F90}" srcOrd="7" destOrd="0" presId="urn:microsoft.com/office/officeart/2005/8/layout/process1"/>
    <dgm:cxn modelId="{1E0186AF-F5D2-4144-B6BB-2FE956B9A2A8}" type="presParOf" srcId="{C1463CA3-C695-4161-9340-0E1869F07F90}" destId="{B43EA8B0-D531-481C-8A9B-137AB6DB81FB}" srcOrd="0" destOrd="0" presId="urn:microsoft.com/office/officeart/2005/8/layout/process1"/>
    <dgm:cxn modelId="{A65EFA61-71AE-41D7-AE9B-9B6AE9E3EFEC}" type="presParOf" srcId="{4A9449A5-46B5-4857-B33A-6F7131062ECD}" destId="{35D042F1-C763-4326-808A-36A145588E8C}" srcOrd="8" destOrd="0" presId="urn:microsoft.com/office/officeart/2005/8/layout/process1"/>
    <dgm:cxn modelId="{FF478866-3BDE-49C9-85AF-860119CE86FD}" type="presParOf" srcId="{4A9449A5-46B5-4857-B33A-6F7131062ECD}" destId="{6061A6BA-0C23-45F6-86B6-AF5E2CF96F95}" srcOrd="9" destOrd="0" presId="urn:microsoft.com/office/officeart/2005/8/layout/process1"/>
    <dgm:cxn modelId="{7612B397-2FBB-4148-9EA3-DDB7C1D9E493}" type="presParOf" srcId="{6061A6BA-0C23-45F6-86B6-AF5E2CF96F95}" destId="{75484FEC-DAC1-4910-AD58-6DEAB15C2660}" srcOrd="0" destOrd="0" presId="urn:microsoft.com/office/officeart/2005/8/layout/process1"/>
    <dgm:cxn modelId="{2F1E8AF4-EF36-4BF6-A74B-4EEF433006B8}" type="presParOf" srcId="{4A9449A5-46B5-4857-B33A-6F7131062ECD}" destId="{1EEF4AA0-B509-4E47-A8BD-981582C74D98}" srcOrd="10" destOrd="0" presId="urn:microsoft.com/office/officeart/2005/8/layout/process1"/>
    <dgm:cxn modelId="{DE0FCC66-8569-4F7B-AB46-58302D96F72F}" type="presParOf" srcId="{4A9449A5-46B5-4857-B33A-6F7131062ECD}" destId="{AE9F53EB-4511-43C9-A6C2-CCCE5055C978}" srcOrd="11" destOrd="0" presId="urn:microsoft.com/office/officeart/2005/8/layout/process1"/>
    <dgm:cxn modelId="{DF2FBFE5-B6EC-4ADA-95D5-92E130C2AABF}" type="presParOf" srcId="{AE9F53EB-4511-43C9-A6C2-CCCE5055C978}" destId="{81DBFE2A-3301-4732-8CC1-58131F15741A}" srcOrd="0" destOrd="0" presId="urn:microsoft.com/office/officeart/2005/8/layout/process1"/>
    <dgm:cxn modelId="{3E89C9AC-18AF-4D6F-B913-4CDF62CB5565}" type="presParOf" srcId="{4A9449A5-46B5-4857-B33A-6F7131062ECD}" destId="{D58723B0-C8A4-41FD-8CB9-0393EB792F8D}" srcOrd="12" destOrd="0" presId="urn:microsoft.com/office/officeart/2005/8/layout/process1"/>
    <dgm:cxn modelId="{AB94811D-2FF2-4962-A328-22291781A363}" type="presParOf" srcId="{4A9449A5-46B5-4857-B33A-6F7131062ECD}" destId="{2871EF1A-62DD-4D81-A0CF-3F7EE46BB99A}" srcOrd="13" destOrd="0" presId="urn:microsoft.com/office/officeart/2005/8/layout/process1"/>
    <dgm:cxn modelId="{30A97461-78BE-4161-8EED-0D5E022033CA}" type="presParOf" srcId="{2871EF1A-62DD-4D81-A0CF-3F7EE46BB99A}" destId="{B33691FA-DABE-4B49-9AB0-A892BAAD73E9}" srcOrd="0" destOrd="0" presId="urn:microsoft.com/office/officeart/2005/8/layout/process1"/>
    <dgm:cxn modelId="{905E884F-5842-49A2-BF67-FDF2B3AB00E3}" type="presParOf" srcId="{4A9449A5-46B5-4857-B33A-6F7131062ECD}" destId="{925C17E4-505C-4FE9-A8BD-B4CC1F01C185}" srcOrd="14" destOrd="0" presId="urn:microsoft.com/office/officeart/2005/8/layout/process1"/>
    <dgm:cxn modelId="{55CA6A9D-E0C2-46A0-B0DD-D9D3969A59D9}" type="presParOf" srcId="{4A9449A5-46B5-4857-B33A-6F7131062ECD}" destId="{A1227BAC-56E4-45DA-960B-4C472B9BFE62}" srcOrd="15" destOrd="0" presId="urn:microsoft.com/office/officeart/2005/8/layout/process1"/>
    <dgm:cxn modelId="{48C2977D-C068-4829-8860-2DEA0625D3F4}" type="presParOf" srcId="{A1227BAC-56E4-45DA-960B-4C472B9BFE62}" destId="{44EA2D64-FC55-401D-BE45-25F88D05C016}" srcOrd="0" destOrd="0" presId="urn:microsoft.com/office/officeart/2005/8/layout/process1"/>
    <dgm:cxn modelId="{1CAEE42B-5159-4FD6-BB2D-F31976E59EE2}" type="presParOf" srcId="{4A9449A5-46B5-4857-B33A-6F7131062ECD}" destId="{EB281EFB-6F43-4C93-B237-FD03BF25E937}" srcOrd="1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D9D39-5BD5-4C1D-86EB-6781DC9DC884}">
      <dsp:nvSpPr>
        <dsp:cNvPr id="0" name=""/>
        <dsp:cNvSpPr/>
      </dsp:nvSpPr>
      <dsp:spPr>
        <a:xfrm>
          <a:off x="2552435" y="1502582"/>
          <a:ext cx="1909847" cy="1652095"/>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1600" kern="1200" dirty="0">
              <a:solidFill>
                <a:srgbClr val="FF0000"/>
              </a:solidFill>
            </a:rPr>
            <a:t>IoT devices </a:t>
          </a:r>
        </a:p>
        <a:p>
          <a:pPr marL="0" marR="0" lvl="0" indent="0" algn="ctr" defTabSz="914400" eaLnBrk="1" fontAlgn="auto" latinLnBrk="0" hangingPunct="1">
            <a:lnSpc>
              <a:spcPct val="100000"/>
            </a:lnSpc>
            <a:spcBef>
              <a:spcPct val="0"/>
            </a:spcBef>
            <a:spcAft>
              <a:spcPts val="0"/>
            </a:spcAft>
            <a:buClrTx/>
            <a:buSzTx/>
            <a:buFontTx/>
            <a:buNone/>
            <a:tabLst/>
            <a:defRPr/>
          </a:pPr>
          <a:endParaRPr lang="en-US" sz="1600" b="1" kern="1200" dirty="0">
            <a:solidFill>
              <a:srgbClr val="FF0000"/>
            </a:solidFill>
          </a:endParaRPr>
        </a:p>
        <a:p>
          <a:pPr marL="0" marR="0" lvl="0" indent="0" algn="ctr" defTabSz="914400" eaLnBrk="1" fontAlgn="auto" latinLnBrk="0" hangingPunct="1">
            <a:lnSpc>
              <a:spcPct val="100000"/>
            </a:lnSpc>
            <a:spcBef>
              <a:spcPct val="0"/>
            </a:spcBef>
            <a:spcAft>
              <a:spcPts val="0"/>
            </a:spcAft>
            <a:buClrTx/>
            <a:buSzTx/>
            <a:buFontTx/>
            <a:buNone/>
            <a:tabLst/>
            <a:defRPr/>
          </a:pPr>
          <a:r>
            <a:rPr lang="en-US" sz="1600" b="1" kern="1200" dirty="0">
              <a:solidFill>
                <a:srgbClr val="FF0000"/>
              </a:solidFill>
            </a:rPr>
            <a:t>Internet Connected Devices</a:t>
          </a:r>
        </a:p>
        <a:p>
          <a:pPr marL="0" lvl="0" algn="ctr" defTabSz="622300">
            <a:lnSpc>
              <a:spcPct val="90000"/>
            </a:lnSpc>
            <a:spcBef>
              <a:spcPct val="0"/>
            </a:spcBef>
            <a:spcAft>
              <a:spcPct val="35000"/>
            </a:spcAft>
            <a:buNone/>
          </a:pPr>
          <a:endParaRPr lang="en-US" sz="1100" kern="1200" dirty="0">
            <a:solidFill>
              <a:srgbClr val="FF0000"/>
            </a:solidFill>
          </a:endParaRPr>
        </a:p>
      </dsp:txBody>
      <dsp:txXfrm>
        <a:off x="2868923" y="1776357"/>
        <a:ext cx="1276871" cy="1104545"/>
      </dsp:txXfrm>
    </dsp:sp>
    <dsp:sp modelId="{B96F7EF8-40B1-464B-86B0-D186DA480ABB}">
      <dsp:nvSpPr>
        <dsp:cNvPr id="0" name=""/>
        <dsp:cNvSpPr/>
      </dsp:nvSpPr>
      <dsp:spPr>
        <a:xfrm>
          <a:off x="3748367" y="712166"/>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3E191A-9933-40DD-B3F9-6957459FB26F}">
      <dsp:nvSpPr>
        <dsp:cNvPr id="0" name=""/>
        <dsp:cNvSpPr/>
      </dsp:nvSpPr>
      <dsp:spPr>
        <a:xfrm>
          <a:off x="2728360" y="0"/>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FF0000"/>
              </a:solidFill>
            </a:rPr>
            <a:t>Home based devices</a:t>
          </a:r>
        </a:p>
      </dsp:txBody>
      <dsp:txXfrm>
        <a:off x="2987731" y="224387"/>
        <a:ext cx="1046364" cy="905226"/>
      </dsp:txXfrm>
    </dsp:sp>
    <dsp:sp modelId="{471894AE-AFF1-4D8A-87BC-109A3CEF9E0B}">
      <dsp:nvSpPr>
        <dsp:cNvPr id="0" name=""/>
        <dsp:cNvSpPr/>
      </dsp:nvSpPr>
      <dsp:spPr>
        <a:xfrm>
          <a:off x="4589339" y="1872871"/>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5AAAE8-6B64-4455-9C2B-E223F97E8E3C}">
      <dsp:nvSpPr>
        <dsp:cNvPr id="0" name=""/>
        <dsp:cNvSpPr/>
      </dsp:nvSpPr>
      <dsp:spPr>
        <a:xfrm>
          <a:off x="4163744" y="832801"/>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FF0000"/>
              </a:solidFill>
            </a:rPr>
            <a:t>Automobiles, Airlines  &amp; Aeronautics</a:t>
          </a:r>
        </a:p>
      </dsp:txBody>
      <dsp:txXfrm>
        <a:off x="4423115" y="1057188"/>
        <a:ext cx="1046364" cy="905226"/>
      </dsp:txXfrm>
    </dsp:sp>
    <dsp:sp modelId="{3D8413DB-5831-4FF6-A26C-4B552516F3B2}">
      <dsp:nvSpPr>
        <dsp:cNvPr id="0" name=""/>
        <dsp:cNvSpPr/>
      </dsp:nvSpPr>
      <dsp:spPr>
        <a:xfrm>
          <a:off x="4005145" y="3183089"/>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250C0-7510-4DDB-8341-FFCDE2F08286}">
      <dsp:nvSpPr>
        <dsp:cNvPr id="0" name=""/>
        <dsp:cNvSpPr/>
      </dsp:nvSpPr>
      <dsp:spPr>
        <a:xfrm>
          <a:off x="4163744" y="2469991"/>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FF0000"/>
              </a:solidFill>
            </a:rPr>
            <a:t>Hospitals &amp; </a:t>
          </a:r>
        </a:p>
        <a:p>
          <a:pPr marL="0" lvl="0" indent="0" algn="ctr" defTabSz="577850">
            <a:lnSpc>
              <a:spcPct val="90000"/>
            </a:lnSpc>
            <a:spcBef>
              <a:spcPct val="0"/>
            </a:spcBef>
            <a:spcAft>
              <a:spcPct val="35000"/>
            </a:spcAft>
            <a:buNone/>
          </a:pPr>
          <a:r>
            <a:rPr lang="en-US" sz="1300" b="1" kern="1200" dirty="0">
              <a:solidFill>
                <a:srgbClr val="FF0000"/>
              </a:solidFill>
            </a:rPr>
            <a:t>health care unit</a:t>
          </a:r>
        </a:p>
      </dsp:txBody>
      <dsp:txXfrm>
        <a:off x="4423115" y="2694378"/>
        <a:ext cx="1046364" cy="905226"/>
      </dsp:txXfrm>
    </dsp:sp>
    <dsp:sp modelId="{C5A28C4C-FBE9-4CFB-B276-A2E15FE60FF6}">
      <dsp:nvSpPr>
        <dsp:cNvPr id="0" name=""/>
        <dsp:cNvSpPr/>
      </dsp:nvSpPr>
      <dsp:spPr>
        <a:xfrm>
          <a:off x="2555989" y="3319094"/>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A774C4-77B9-46FE-B0C8-5B95E280E5CC}">
      <dsp:nvSpPr>
        <dsp:cNvPr id="0" name=""/>
        <dsp:cNvSpPr/>
      </dsp:nvSpPr>
      <dsp:spPr>
        <a:xfrm>
          <a:off x="2728360" y="3303724"/>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FF0000"/>
              </a:solidFill>
            </a:rPr>
            <a:t>Space and </a:t>
          </a:r>
          <a:r>
            <a:rPr lang="en-US" sz="1300" kern="1200" dirty="0" err="1">
              <a:solidFill>
                <a:srgbClr val="FF0000"/>
              </a:solidFill>
            </a:rPr>
            <a:t>Defence</a:t>
          </a:r>
          <a:r>
            <a:rPr lang="en-US" sz="1300" kern="1200" dirty="0">
              <a:solidFill>
                <a:srgbClr val="FF0000"/>
              </a:solidFill>
            </a:rPr>
            <a:t> units</a:t>
          </a:r>
        </a:p>
      </dsp:txBody>
      <dsp:txXfrm>
        <a:off x="2987731" y="3528111"/>
        <a:ext cx="1046364" cy="905226"/>
      </dsp:txXfrm>
    </dsp:sp>
    <dsp:sp modelId="{A3ADA781-65D4-47AF-BE8C-D03687C464FE}">
      <dsp:nvSpPr>
        <dsp:cNvPr id="0" name=""/>
        <dsp:cNvSpPr/>
      </dsp:nvSpPr>
      <dsp:spPr>
        <a:xfrm>
          <a:off x="1701245" y="2158855"/>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0EB58-DE41-45D5-A58E-9440B5B80543}">
      <dsp:nvSpPr>
        <dsp:cNvPr id="0" name=""/>
        <dsp:cNvSpPr/>
      </dsp:nvSpPr>
      <dsp:spPr>
        <a:xfrm>
          <a:off x="1286312" y="2470923"/>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FF0000"/>
              </a:solidFill>
            </a:rPr>
            <a:t>Manufacturing Units</a:t>
          </a:r>
        </a:p>
      </dsp:txBody>
      <dsp:txXfrm>
        <a:off x="1545683" y="2695310"/>
        <a:ext cx="1046364" cy="905226"/>
      </dsp:txXfrm>
    </dsp:sp>
    <dsp:sp modelId="{981EEA51-FC14-4F83-8E36-4F453C12855B}">
      <dsp:nvSpPr>
        <dsp:cNvPr id="0" name=""/>
        <dsp:cNvSpPr/>
      </dsp:nvSpPr>
      <dsp:spPr>
        <a:xfrm>
          <a:off x="1286312" y="830938"/>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srgbClr val="FF0000"/>
              </a:solidFill>
            </a:rPr>
            <a:t>Banks and Insurance Companies</a:t>
          </a:r>
        </a:p>
      </dsp:txBody>
      <dsp:txXfrm>
        <a:off x="1545683" y="1055325"/>
        <a:ext cx="1046364" cy="9052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112BF2-A566-4FF9-999C-3356EB71F0A1}">
      <dsp:nvSpPr>
        <dsp:cNvPr id="0" name=""/>
        <dsp:cNvSpPr/>
      </dsp:nvSpPr>
      <dsp:spPr>
        <a:xfrm rot="5400000">
          <a:off x="-194841" y="197483"/>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1.0</a:t>
          </a:r>
          <a:endParaRPr lang="en-IN" sz="1400" kern="1200" dirty="0"/>
        </a:p>
      </dsp:txBody>
      <dsp:txXfrm rot="-5400000">
        <a:off x="1" y="457273"/>
        <a:ext cx="909261" cy="389683"/>
      </dsp:txXfrm>
    </dsp:sp>
    <dsp:sp modelId="{861923AB-CA6F-46E8-8771-DCE8711A66D5}">
      <dsp:nvSpPr>
        <dsp:cNvPr id="0" name=""/>
        <dsp:cNvSpPr/>
      </dsp:nvSpPr>
      <dsp:spPr>
        <a:xfrm rot="5400000">
          <a:off x="5437464" y="-4525444"/>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b="0" i="0" kern="1200" dirty="0"/>
            <a:t>Around 1760, the First Industrial Revolution was the transition to new manufacturing processes using water and steam.  </a:t>
          </a:r>
          <a:endParaRPr lang="en-IN" sz="1700" kern="1200" dirty="0"/>
        </a:p>
      </dsp:txBody>
      <dsp:txXfrm rot="-5400000">
        <a:off x="866520" y="86716"/>
        <a:ext cx="9944985" cy="761881"/>
      </dsp:txXfrm>
    </dsp:sp>
    <dsp:sp modelId="{3049B3A9-A3A9-426A-903C-C35DE0F05948}">
      <dsp:nvSpPr>
        <dsp:cNvPr id="0" name=""/>
        <dsp:cNvSpPr/>
      </dsp:nvSpPr>
      <dsp:spPr>
        <a:xfrm rot="5400000">
          <a:off x="-194841" y="1381209"/>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2.0</a:t>
          </a:r>
          <a:endParaRPr lang="en-IN" sz="1400" kern="1200" dirty="0"/>
        </a:p>
      </dsp:txBody>
      <dsp:txXfrm rot="-5400000">
        <a:off x="1" y="1640999"/>
        <a:ext cx="909261" cy="389683"/>
      </dsp:txXfrm>
    </dsp:sp>
    <dsp:sp modelId="{BFE2DAAC-5B3C-4EC0-A45D-FC68573CE952}">
      <dsp:nvSpPr>
        <dsp:cNvPr id="0" name=""/>
        <dsp:cNvSpPr/>
      </dsp:nvSpPr>
      <dsp:spPr>
        <a:xfrm rot="5400000">
          <a:off x="5480205" y="-3384575"/>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Around 1840, </a:t>
          </a:r>
          <a:r>
            <a:rPr lang="en-US" sz="1700" b="0" i="0" kern="1200" dirty="0"/>
            <a:t>new technological systems were introduced, most notably superior electrical technology which allowed for even greater production and more sophisticated machines.</a:t>
          </a:r>
          <a:endParaRPr lang="en-IN" sz="1700" kern="1200" dirty="0"/>
        </a:p>
        <a:p>
          <a:pPr marL="171450" lvl="1" indent="-171450" algn="l" defTabSz="755650">
            <a:lnSpc>
              <a:spcPct val="90000"/>
            </a:lnSpc>
            <a:spcBef>
              <a:spcPct val="0"/>
            </a:spcBef>
            <a:spcAft>
              <a:spcPct val="15000"/>
            </a:spcAft>
            <a:buChar char="•"/>
          </a:pPr>
          <a:endParaRPr lang="en-IN" sz="1700" kern="1200"/>
        </a:p>
      </dsp:txBody>
      <dsp:txXfrm rot="-5400000">
        <a:off x="909261" y="1227585"/>
        <a:ext cx="9944985" cy="761881"/>
      </dsp:txXfrm>
    </dsp:sp>
    <dsp:sp modelId="{9EDEE1CB-B1FE-4E11-9B25-8164DDD9B5F8}">
      <dsp:nvSpPr>
        <dsp:cNvPr id="0" name=""/>
        <dsp:cNvSpPr/>
      </dsp:nvSpPr>
      <dsp:spPr>
        <a:xfrm rot="5400000">
          <a:off x="-194841" y="2564935"/>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3.0</a:t>
          </a:r>
        </a:p>
      </dsp:txBody>
      <dsp:txXfrm rot="-5400000">
        <a:off x="1" y="2824725"/>
        <a:ext cx="909261" cy="389683"/>
      </dsp:txXfrm>
    </dsp:sp>
    <dsp:sp modelId="{48C22D36-4F4D-434D-A872-CDF596EA837E}">
      <dsp:nvSpPr>
        <dsp:cNvPr id="0" name=""/>
        <dsp:cNvSpPr/>
      </dsp:nvSpPr>
      <dsp:spPr>
        <a:xfrm rot="5400000">
          <a:off x="5480205" y="-2200849"/>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b="0" i="0" kern="1200"/>
            <a:t>Around 1970 the Third Industrial Revolution involved the use of electronics and IT (Information Technology) to further automation in production. – Concept of automation entered industry</a:t>
          </a:r>
          <a:endParaRPr lang="en-IN" sz="1700" kern="1200"/>
        </a:p>
      </dsp:txBody>
      <dsp:txXfrm rot="-5400000">
        <a:off x="909261" y="2411311"/>
        <a:ext cx="9944985" cy="761881"/>
      </dsp:txXfrm>
    </dsp:sp>
    <dsp:sp modelId="{9D9CCF76-DCB2-489C-9788-F777FAFF1075}">
      <dsp:nvSpPr>
        <dsp:cNvPr id="0" name=""/>
        <dsp:cNvSpPr/>
      </dsp:nvSpPr>
      <dsp:spPr>
        <a:xfrm rot="5400000">
          <a:off x="-194841" y="3748662"/>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4.0</a:t>
          </a:r>
        </a:p>
      </dsp:txBody>
      <dsp:txXfrm rot="-5400000">
        <a:off x="1" y="4008452"/>
        <a:ext cx="909261" cy="389683"/>
      </dsp:txXfrm>
    </dsp:sp>
    <dsp:sp modelId="{EB64F46C-DBDA-47A7-9404-CE1480713049}">
      <dsp:nvSpPr>
        <dsp:cNvPr id="0" name=""/>
        <dsp:cNvSpPr/>
      </dsp:nvSpPr>
      <dsp:spPr>
        <a:xfrm rot="5400000">
          <a:off x="5480205" y="-1017123"/>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b="0" i="0" kern="1200"/>
            <a:t>The Fourth industrial Revolution is the era of smart machines, storage systems and production facilities that can autonomously exchange information, trigger actions and control each other without human intervention.This exchange of information is made possible with the Industrial Internet of things (IIoT) as we know it today.</a:t>
          </a:r>
          <a:endParaRPr lang="en-IN" sz="1700" kern="1200"/>
        </a:p>
      </dsp:txBody>
      <dsp:txXfrm rot="-5400000">
        <a:off x="909261" y="3595037"/>
        <a:ext cx="9944985" cy="761881"/>
      </dsp:txXfrm>
    </dsp:sp>
    <dsp:sp modelId="{BF65131A-9F6B-49EC-87AD-33F17EB353A5}">
      <dsp:nvSpPr>
        <dsp:cNvPr id="0" name=""/>
        <dsp:cNvSpPr/>
      </dsp:nvSpPr>
      <dsp:spPr>
        <a:xfrm rot="5400000">
          <a:off x="-194841" y="4932388"/>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5.0</a:t>
          </a:r>
        </a:p>
      </dsp:txBody>
      <dsp:txXfrm rot="-5400000">
        <a:off x="1" y="5192178"/>
        <a:ext cx="909261" cy="389683"/>
      </dsp:txXfrm>
    </dsp:sp>
    <dsp:sp modelId="{B5383A9F-9D6F-45B5-8C90-F9004861FB3A}">
      <dsp:nvSpPr>
        <dsp:cNvPr id="0" name=""/>
        <dsp:cNvSpPr/>
      </dsp:nvSpPr>
      <dsp:spPr>
        <a:xfrm rot="5400000">
          <a:off x="5480205" y="166602"/>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endParaRPr lang="en-IN" sz="1700" kern="1200" dirty="0"/>
        </a:p>
        <a:p>
          <a:pPr marL="171450" lvl="1" indent="-171450" algn="l" defTabSz="755650">
            <a:lnSpc>
              <a:spcPct val="90000"/>
            </a:lnSpc>
            <a:spcBef>
              <a:spcPct val="0"/>
            </a:spcBef>
            <a:spcAft>
              <a:spcPct val="15000"/>
            </a:spcAft>
            <a:buChar char="•"/>
          </a:pPr>
          <a:r>
            <a:rPr lang="en-US" sz="1700" b="0" i="0" kern="1200"/>
            <a:t>Industry 5.0 is the revolution in which man and machine reconcile and find ways to work together to improve the means and efficiency of production.</a:t>
          </a:r>
          <a:endParaRPr lang="en-US" sz="1700" kern="1200"/>
        </a:p>
      </dsp:txBody>
      <dsp:txXfrm rot="-5400000">
        <a:off x="909261" y="4778762"/>
        <a:ext cx="9944985" cy="7618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8E07F-17BC-44F0-9A22-A12144686791}">
      <dsp:nvSpPr>
        <dsp:cNvPr id="0" name=""/>
        <dsp:cNvSpPr/>
      </dsp:nvSpPr>
      <dsp:spPr>
        <a:xfrm>
          <a:off x="3720"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i="0" kern="1200" dirty="0">
              <a:solidFill>
                <a:srgbClr val="FF0000"/>
              </a:solidFill>
            </a:rPr>
            <a:t>1969:</a:t>
          </a:r>
          <a:r>
            <a:rPr lang="en-IN" sz="800" b="0" i="0" kern="1200" dirty="0">
              <a:solidFill>
                <a:srgbClr val="FF0000"/>
              </a:solidFill>
            </a:rPr>
            <a:t> </a:t>
          </a:r>
          <a:r>
            <a:rPr lang="en-IN" sz="800" b="0" i="0" kern="1200" dirty="0">
              <a:solidFill>
                <a:srgbClr val="FF0000"/>
              </a:solidFill>
              <a:hlinkClick xmlns:r="http://schemas.openxmlformats.org/officeDocument/2006/relationships" r:id="rId1">
                <a:extLst>
                  <a:ext uri="{A12FA001-AC4F-418D-AE19-62706E023703}">
                    <ahyp:hlinkClr xmlns:ahyp="http://schemas.microsoft.com/office/drawing/2018/hyperlinkcolor" val="tx"/>
                  </a:ext>
                </a:extLst>
              </a:hlinkClick>
            </a:rPr>
            <a:t>Arpanet</a:t>
          </a:r>
          <a:endParaRPr lang="en-IN" sz="800" kern="1200" dirty="0">
            <a:solidFill>
              <a:srgbClr val="FF0000"/>
            </a:solidFill>
          </a:endParaRPr>
        </a:p>
      </dsp:txBody>
      <dsp:txXfrm>
        <a:off x="28931" y="2178928"/>
        <a:ext cx="810359" cy="859450"/>
      </dsp:txXfrm>
    </dsp:sp>
    <dsp:sp modelId="{60232077-7B22-4388-BC80-A0526AFB475D}">
      <dsp:nvSpPr>
        <dsp:cNvPr id="0" name=""/>
        <dsp:cNvSpPr/>
      </dsp:nvSpPr>
      <dsp:spPr>
        <a:xfrm>
          <a:off x="950579"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950579" y="2544612"/>
        <a:ext cx="127740" cy="128083"/>
      </dsp:txXfrm>
    </dsp:sp>
    <dsp:sp modelId="{D76AEA1C-C1A7-4A2E-B339-C63D0FF5EED1}">
      <dsp:nvSpPr>
        <dsp:cNvPr id="0" name=""/>
        <dsp:cNvSpPr/>
      </dsp:nvSpPr>
      <dsp:spPr>
        <a:xfrm>
          <a:off x="1208814"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1991</a:t>
          </a:r>
          <a:r>
            <a:rPr lang="en-US" sz="800" b="0" i="0" kern="1200" dirty="0">
              <a:solidFill>
                <a:srgbClr val="FF0000"/>
              </a:solidFill>
            </a:rPr>
            <a:t>: The first </a:t>
          </a:r>
          <a:r>
            <a:rPr lang="en-US" sz="800" b="0" i="0" kern="1200" dirty="0">
              <a:solidFill>
                <a:srgbClr val="FF0000"/>
              </a:solidFill>
              <a:hlinkClick xmlns:r="http://schemas.openxmlformats.org/officeDocument/2006/relationships" r:id="rId2">
                <a:extLst>
                  <a:ext uri="{A12FA001-AC4F-418D-AE19-62706E023703}">
                    <ahyp:hlinkClr xmlns:ahyp="http://schemas.microsoft.com/office/drawing/2018/hyperlinkcolor" val="tx"/>
                  </a:ext>
                </a:extLst>
              </a:hlinkClick>
            </a:rPr>
            <a:t>web page</a:t>
          </a:r>
          <a:r>
            <a:rPr lang="en-US" sz="800" b="0" i="0" kern="1200" dirty="0">
              <a:solidFill>
                <a:srgbClr val="FF0000"/>
              </a:solidFill>
            </a:rPr>
            <a:t> was created by Tim Berners-Lee</a:t>
          </a:r>
          <a:endParaRPr lang="en-US" sz="800" kern="1200" dirty="0">
            <a:solidFill>
              <a:srgbClr val="FF0000"/>
            </a:solidFill>
          </a:endParaRPr>
        </a:p>
      </dsp:txBody>
      <dsp:txXfrm>
        <a:off x="1234025" y="2178928"/>
        <a:ext cx="810359" cy="859450"/>
      </dsp:txXfrm>
    </dsp:sp>
    <dsp:sp modelId="{7287E42D-E855-48C0-86AB-0017A59A87C9}">
      <dsp:nvSpPr>
        <dsp:cNvPr id="0" name=""/>
        <dsp:cNvSpPr/>
      </dsp:nvSpPr>
      <dsp:spPr>
        <a:xfrm>
          <a:off x="2155673"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2155673" y="2544612"/>
        <a:ext cx="127740" cy="128083"/>
      </dsp:txXfrm>
    </dsp:sp>
    <dsp:sp modelId="{3667DC83-186F-41A6-AF4E-AE2D3602EBAD}">
      <dsp:nvSpPr>
        <dsp:cNvPr id="0" name=""/>
        <dsp:cNvSpPr/>
      </dsp:nvSpPr>
      <dsp:spPr>
        <a:xfrm>
          <a:off x="2413908"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0" i="0" kern="1200" dirty="0">
              <a:solidFill>
                <a:srgbClr val="FF0000"/>
              </a:solidFill>
            </a:rPr>
            <a:t>Beginnings of </a:t>
          </a:r>
          <a:r>
            <a:rPr lang="en-IN" sz="800" b="0" i="0" kern="1200" dirty="0">
              <a:solidFill>
                <a:srgbClr val="FF0000"/>
              </a:solidFill>
              <a:hlinkClick xmlns:r="http://schemas.openxmlformats.org/officeDocument/2006/relationships" r:id="rId3">
                <a:extLst>
                  <a:ext uri="{A12FA001-AC4F-418D-AE19-62706E023703}">
                    <ahyp:hlinkClr xmlns:ahyp="http://schemas.microsoft.com/office/drawing/2018/hyperlinkcolor" val="tx"/>
                  </a:ext>
                </a:extLst>
              </a:hlinkClick>
            </a:rPr>
            <a:t>TCP/IP</a:t>
          </a:r>
          <a:endParaRPr lang="en-IN" sz="800" kern="1200" dirty="0">
            <a:solidFill>
              <a:srgbClr val="FF0000"/>
            </a:solidFill>
          </a:endParaRPr>
        </a:p>
      </dsp:txBody>
      <dsp:txXfrm>
        <a:off x="2439119" y="2178928"/>
        <a:ext cx="810359" cy="859450"/>
      </dsp:txXfrm>
    </dsp:sp>
    <dsp:sp modelId="{3F86E7B0-51FD-4C5C-824D-CC2E668780C1}">
      <dsp:nvSpPr>
        <dsp:cNvPr id="0" name=""/>
        <dsp:cNvSpPr/>
      </dsp:nvSpPr>
      <dsp:spPr>
        <a:xfrm>
          <a:off x="3360767"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3360767" y="2544612"/>
        <a:ext cx="127740" cy="128083"/>
      </dsp:txXfrm>
    </dsp:sp>
    <dsp:sp modelId="{E9AC70F2-8AFB-4193-9C88-8A5BB9DFF9D8}">
      <dsp:nvSpPr>
        <dsp:cNvPr id="0" name=""/>
        <dsp:cNvSpPr/>
      </dsp:nvSpPr>
      <dsp:spPr>
        <a:xfrm>
          <a:off x="3619001"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i="0" kern="1200" dirty="0">
              <a:solidFill>
                <a:srgbClr val="FF0000"/>
              </a:solidFill>
            </a:rPr>
            <a:t>1984</a:t>
          </a:r>
          <a:r>
            <a:rPr lang="en-IN" sz="800" b="0" i="0" kern="1200" dirty="0">
              <a:solidFill>
                <a:srgbClr val="FF0000"/>
              </a:solidFill>
            </a:rPr>
            <a:t>: </a:t>
          </a:r>
          <a:r>
            <a:rPr lang="en-IN" sz="800" b="0" i="0" kern="1200" dirty="0">
              <a:solidFill>
                <a:srgbClr val="FF0000"/>
              </a:solidFill>
              <a:hlinkClick xmlns:r="http://schemas.openxmlformats.org/officeDocument/2006/relationships" r:id="rId4">
                <a:extLst>
                  <a:ext uri="{A12FA001-AC4F-418D-AE19-62706E023703}">
                    <ahyp:hlinkClr xmlns:ahyp="http://schemas.microsoft.com/office/drawing/2018/hyperlinkcolor" val="tx"/>
                  </a:ext>
                </a:extLst>
              </a:hlinkClick>
            </a:rPr>
            <a:t>Domain Name System</a:t>
          </a:r>
          <a:r>
            <a:rPr lang="en-IN" sz="800" b="0" i="0" kern="1200" dirty="0">
              <a:solidFill>
                <a:srgbClr val="FF0000"/>
              </a:solidFill>
            </a:rPr>
            <a:t> </a:t>
          </a:r>
          <a:endParaRPr lang="en-IN" sz="800" kern="1200" dirty="0">
            <a:solidFill>
              <a:srgbClr val="FF0000"/>
            </a:solidFill>
          </a:endParaRPr>
        </a:p>
      </dsp:txBody>
      <dsp:txXfrm>
        <a:off x="3644212" y="2178928"/>
        <a:ext cx="810359" cy="859450"/>
      </dsp:txXfrm>
    </dsp:sp>
    <dsp:sp modelId="{C1463CA3-C695-4161-9340-0E1869F07F90}">
      <dsp:nvSpPr>
        <dsp:cNvPr id="0" name=""/>
        <dsp:cNvSpPr/>
      </dsp:nvSpPr>
      <dsp:spPr>
        <a:xfrm>
          <a:off x="4565861"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4565861" y="2544612"/>
        <a:ext cx="127740" cy="128083"/>
      </dsp:txXfrm>
    </dsp:sp>
    <dsp:sp modelId="{35D042F1-C763-4326-808A-36A145588E8C}">
      <dsp:nvSpPr>
        <dsp:cNvPr id="0" name=""/>
        <dsp:cNvSpPr/>
      </dsp:nvSpPr>
      <dsp:spPr>
        <a:xfrm>
          <a:off x="4824095"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1989</a:t>
          </a:r>
          <a:r>
            <a:rPr lang="en-US" sz="800" b="0" i="0" kern="1200" dirty="0">
              <a:solidFill>
                <a:srgbClr val="FF0000"/>
              </a:solidFill>
            </a:rPr>
            <a:t>: Tim Berners-Lee proposes the </a:t>
          </a:r>
          <a:r>
            <a:rPr lang="en-US" sz="800" b="0" i="0" kern="1200" dirty="0">
              <a:solidFill>
                <a:srgbClr val="FF0000"/>
              </a:solidFill>
              <a:hlinkClick xmlns:r="http://schemas.openxmlformats.org/officeDocument/2006/relationships" r:id="rId5">
                <a:extLst>
                  <a:ext uri="{A12FA001-AC4F-418D-AE19-62706E023703}">
                    <ahyp:hlinkClr xmlns:ahyp="http://schemas.microsoft.com/office/drawing/2018/hyperlinkcolor" val="tx"/>
                  </a:ext>
                </a:extLst>
              </a:hlinkClick>
            </a:rPr>
            <a:t>World Wide Web</a:t>
          </a:r>
          <a:endParaRPr lang="en-IN" sz="800" kern="1200" dirty="0">
            <a:solidFill>
              <a:srgbClr val="FF0000"/>
            </a:solidFill>
          </a:endParaRPr>
        </a:p>
      </dsp:txBody>
      <dsp:txXfrm>
        <a:off x="4849306" y="2178928"/>
        <a:ext cx="810359" cy="859450"/>
      </dsp:txXfrm>
    </dsp:sp>
    <dsp:sp modelId="{6061A6BA-0C23-45F6-86B6-AF5E2CF96F95}">
      <dsp:nvSpPr>
        <dsp:cNvPr id="0" name=""/>
        <dsp:cNvSpPr/>
      </dsp:nvSpPr>
      <dsp:spPr>
        <a:xfrm>
          <a:off x="5770955"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5770955" y="2544612"/>
        <a:ext cx="127740" cy="128083"/>
      </dsp:txXfrm>
    </dsp:sp>
    <dsp:sp modelId="{1EEF4AA0-B509-4E47-A8BD-981582C74D98}">
      <dsp:nvSpPr>
        <dsp:cNvPr id="0" name=""/>
        <dsp:cNvSpPr/>
      </dsp:nvSpPr>
      <dsp:spPr>
        <a:xfrm>
          <a:off x="6029189"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1990</a:t>
          </a:r>
          <a:r>
            <a:rPr lang="en-US" sz="800" b="0" i="0" kern="1200" dirty="0">
              <a:solidFill>
                <a:srgbClr val="FF0000"/>
              </a:solidFill>
            </a:rPr>
            <a:t>: Considered the first IoT device, </a:t>
          </a:r>
          <a:r>
            <a:rPr lang="en-US" sz="800" b="0" i="0" kern="1200" dirty="0">
              <a:solidFill>
                <a:srgbClr val="FF0000"/>
              </a:solidFill>
              <a:hlinkClick xmlns:r="http://schemas.openxmlformats.org/officeDocument/2006/relationships" r:id="rId6">
                <a:extLst>
                  <a:ext uri="{A12FA001-AC4F-418D-AE19-62706E023703}">
                    <ahyp:hlinkClr xmlns:ahyp="http://schemas.microsoft.com/office/drawing/2018/hyperlinkcolor" val="tx"/>
                  </a:ext>
                </a:extLst>
              </a:hlinkClick>
            </a:rPr>
            <a:t>John </a:t>
          </a:r>
          <a:r>
            <a:rPr lang="en-US" sz="800" b="0" i="0" kern="1200" dirty="0" err="1">
              <a:solidFill>
                <a:srgbClr val="FF0000"/>
              </a:solidFill>
              <a:hlinkClick xmlns:r="http://schemas.openxmlformats.org/officeDocument/2006/relationships" r:id="rId6">
                <a:extLst>
                  <a:ext uri="{A12FA001-AC4F-418D-AE19-62706E023703}">
                    <ahyp:hlinkClr xmlns:ahyp="http://schemas.microsoft.com/office/drawing/2018/hyperlinkcolor" val="tx"/>
                  </a:ext>
                </a:extLst>
              </a:hlinkClick>
            </a:rPr>
            <a:t>Romkey</a:t>
          </a:r>
          <a:r>
            <a:rPr lang="en-US" sz="800" b="0" i="0" kern="1200" dirty="0">
              <a:solidFill>
                <a:srgbClr val="FF0000"/>
              </a:solidFill>
            </a:rPr>
            <a:t> created a toaster that could be turned on and off over the Internet</a:t>
          </a:r>
          <a:endParaRPr lang="en-IN" sz="800" kern="1200" dirty="0">
            <a:solidFill>
              <a:srgbClr val="FF0000"/>
            </a:solidFill>
          </a:endParaRPr>
        </a:p>
      </dsp:txBody>
      <dsp:txXfrm>
        <a:off x="6054400" y="2178928"/>
        <a:ext cx="810359" cy="859450"/>
      </dsp:txXfrm>
    </dsp:sp>
    <dsp:sp modelId="{AE9F53EB-4511-43C9-A6C2-CCCE5055C978}">
      <dsp:nvSpPr>
        <dsp:cNvPr id="0" name=""/>
        <dsp:cNvSpPr/>
      </dsp:nvSpPr>
      <dsp:spPr>
        <a:xfrm>
          <a:off x="6976049"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6976049" y="2544612"/>
        <a:ext cx="127740" cy="128083"/>
      </dsp:txXfrm>
    </dsp:sp>
    <dsp:sp modelId="{D58723B0-C8A4-41FD-8CB9-0393EB792F8D}">
      <dsp:nvSpPr>
        <dsp:cNvPr id="0" name=""/>
        <dsp:cNvSpPr/>
      </dsp:nvSpPr>
      <dsp:spPr>
        <a:xfrm>
          <a:off x="7234283"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dirty="0">
              <a:solidFill>
                <a:srgbClr val="FF0000"/>
              </a:solidFill>
            </a:rPr>
            <a:t>The Internet of Things term is coined by </a:t>
          </a:r>
          <a:r>
            <a:rPr lang="en-US" sz="800" b="0" i="0" kern="1200" dirty="0">
              <a:solidFill>
                <a:srgbClr val="FF0000"/>
              </a:solidFill>
              <a:hlinkClick xmlns:r="http://schemas.openxmlformats.org/officeDocument/2006/relationships" r:id="rId7">
                <a:extLst>
                  <a:ext uri="{A12FA001-AC4F-418D-AE19-62706E023703}">
                    <ahyp:hlinkClr xmlns:ahyp="http://schemas.microsoft.com/office/drawing/2018/hyperlinkcolor" val="tx"/>
                  </a:ext>
                </a:extLst>
              </a:hlinkClick>
            </a:rPr>
            <a:t>Kevin Ashton</a:t>
          </a:r>
          <a:r>
            <a:rPr lang="en-US" sz="800" b="0" i="0" kern="1200" dirty="0">
              <a:solidFill>
                <a:srgbClr val="FF0000"/>
              </a:solidFill>
            </a:rPr>
            <a:t> </a:t>
          </a:r>
          <a:endParaRPr lang="en-IN" sz="800" kern="1200" dirty="0">
            <a:solidFill>
              <a:srgbClr val="FF0000"/>
            </a:solidFill>
          </a:endParaRPr>
        </a:p>
      </dsp:txBody>
      <dsp:txXfrm>
        <a:off x="7259494" y="2178928"/>
        <a:ext cx="810359" cy="859450"/>
      </dsp:txXfrm>
    </dsp:sp>
    <dsp:sp modelId="{2871EF1A-62DD-4D81-A0CF-3F7EE46BB99A}">
      <dsp:nvSpPr>
        <dsp:cNvPr id="0" name=""/>
        <dsp:cNvSpPr/>
      </dsp:nvSpPr>
      <dsp:spPr>
        <a:xfrm>
          <a:off x="8181143"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8181143" y="2544612"/>
        <a:ext cx="127740" cy="128083"/>
      </dsp:txXfrm>
    </dsp:sp>
    <dsp:sp modelId="{925C17E4-505C-4FE9-A8BD-B4CC1F01C185}">
      <dsp:nvSpPr>
        <dsp:cNvPr id="0" name=""/>
        <dsp:cNvSpPr/>
      </dsp:nvSpPr>
      <dsp:spPr>
        <a:xfrm>
          <a:off x="8439377"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2000 </a:t>
          </a:r>
          <a:r>
            <a:rPr lang="en-US" sz="800" b="0" i="0" kern="1200" dirty="0">
              <a:solidFill>
                <a:srgbClr val="FF0000"/>
              </a:solidFill>
            </a:rPr>
            <a:t>LG announces it's first </a:t>
          </a:r>
          <a:r>
            <a:rPr lang="en-US" sz="800" b="0" i="0" kern="1200" dirty="0">
              <a:solidFill>
                <a:srgbClr val="FF0000"/>
              </a:solidFill>
              <a:hlinkClick xmlns:r="http://schemas.openxmlformats.org/officeDocument/2006/relationships" r:id="rId8">
                <a:extLst>
                  <a:ext uri="{A12FA001-AC4F-418D-AE19-62706E023703}">
                    <ahyp:hlinkClr xmlns:ahyp="http://schemas.microsoft.com/office/drawing/2018/hyperlinkcolor" val="tx"/>
                  </a:ext>
                </a:extLst>
              </a:hlinkClick>
            </a:rPr>
            <a:t>Internet refrigerator</a:t>
          </a:r>
          <a:r>
            <a:rPr lang="en-US" sz="800" b="0" i="0" kern="1200" dirty="0">
              <a:solidFill>
                <a:srgbClr val="FF0000"/>
              </a:solidFill>
            </a:rPr>
            <a:t> plans</a:t>
          </a:r>
          <a:endParaRPr lang="en-IN" sz="800" kern="1200" dirty="0">
            <a:solidFill>
              <a:srgbClr val="FF0000"/>
            </a:solidFill>
          </a:endParaRPr>
        </a:p>
      </dsp:txBody>
      <dsp:txXfrm>
        <a:off x="8464588" y="2178928"/>
        <a:ext cx="810359" cy="859450"/>
      </dsp:txXfrm>
    </dsp:sp>
    <dsp:sp modelId="{A1227BAC-56E4-45DA-960B-4C472B9BFE62}">
      <dsp:nvSpPr>
        <dsp:cNvPr id="0" name=""/>
        <dsp:cNvSpPr/>
      </dsp:nvSpPr>
      <dsp:spPr>
        <a:xfrm>
          <a:off x="9386237"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9386237" y="2544612"/>
        <a:ext cx="127740" cy="128083"/>
      </dsp:txXfrm>
    </dsp:sp>
    <dsp:sp modelId="{EB281EFB-6F43-4C93-B237-FD03BF25E937}">
      <dsp:nvSpPr>
        <dsp:cNvPr id="0" name=""/>
        <dsp:cNvSpPr/>
      </dsp:nvSpPr>
      <dsp:spPr>
        <a:xfrm>
          <a:off x="9644471"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2009</a:t>
          </a:r>
          <a:r>
            <a:rPr lang="en-US" sz="800" b="0" i="0" kern="1200" dirty="0">
              <a:solidFill>
                <a:srgbClr val="FF0000"/>
              </a:solidFill>
            </a:rPr>
            <a:t>: The Internet of Things was "Born"</a:t>
          </a:r>
          <a:endParaRPr lang="en-IN" sz="800" kern="1200" dirty="0">
            <a:solidFill>
              <a:srgbClr val="FF0000"/>
            </a:solidFill>
          </a:endParaRPr>
        </a:p>
      </dsp:txBody>
      <dsp:txXfrm>
        <a:off x="9669682" y="2178928"/>
        <a:ext cx="810359" cy="859450"/>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ACA8B6-72E2-4C16-A51A-8ABD8A48703B}" type="datetimeFigureOut">
              <a:rPr lang="en-IN" smtClean="0"/>
              <a:t>03-09-2020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B56FD-A76F-4067-B964-427B6BC5DD9F}" type="slidenum">
              <a:rPr lang="en-IN" smtClean="0"/>
              <a:t>‹#›</a:t>
            </a:fld>
            <a:endParaRPr lang="en-IN"/>
          </a:p>
        </p:txBody>
      </p:sp>
    </p:spTree>
    <p:extLst>
      <p:ext uri="{BB962C8B-B14F-4D97-AF65-F5344CB8AC3E}">
        <p14:creationId xmlns:p14="http://schemas.microsoft.com/office/powerpoint/2010/main" val="885098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9/3/2020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twitter.com/kevin_ashton"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3" Type="http://schemas.openxmlformats.org/officeDocument/2006/relationships/diagramLayout" Target="../diagrams/layout1.xml"/><Relationship Id="rId7" Type="http://schemas.openxmlformats.org/officeDocument/2006/relationships/image" Target="../media/image9.jpeg"/><Relationship Id="rId12" Type="http://schemas.openxmlformats.org/officeDocument/2006/relationships/image" Target="../media/image14.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11" Type="http://schemas.openxmlformats.org/officeDocument/2006/relationships/image" Target="../media/image13.png"/><Relationship Id="rId5" Type="http://schemas.openxmlformats.org/officeDocument/2006/relationships/diagramColors" Target="../diagrams/colors1.xml"/><Relationship Id="rId10" Type="http://schemas.openxmlformats.org/officeDocument/2006/relationships/image" Target="../media/image12.jpeg"/><Relationship Id="rId4" Type="http://schemas.openxmlformats.org/officeDocument/2006/relationships/diagramQuickStyle" Target="../diagrams/quickStyle1.xml"/><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comments" Target="../comments/comment1.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18.png"/><Relationship Id="rId7" Type="http://schemas.openxmlformats.org/officeDocument/2006/relationships/image" Target="../media/image24.jpe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19.png"/><Relationship Id="rId9"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hyperlink" Target="https://www.postscapes.com/iot-history/" TargetMode="Externa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7C82E-7ED3-4A20-A379-4935901BD216}"/>
              </a:ext>
            </a:extLst>
          </p:cNvPr>
          <p:cNvSpPr>
            <a:spLocks noGrp="1"/>
          </p:cNvSpPr>
          <p:nvPr>
            <p:ph type="ctrTitle"/>
          </p:nvPr>
        </p:nvSpPr>
        <p:spPr/>
        <p:txBody>
          <a:bodyPr/>
          <a:lstStyle/>
          <a:p>
            <a:r>
              <a:rPr lang="en-US" dirty="0"/>
              <a:t>Internet of Things</a:t>
            </a:r>
            <a:endParaRPr lang="en-IN" dirty="0"/>
          </a:p>
        </p:txBody>
      </p:sp>
      <p:sp>
        <p:nvSpPr>
          <p:cNvPr id="3" name="Subtitle 2">
            <a:extLst>
              <a:ext uri="{FF2B5EF4-FFF2-40B4-BE49-F238E27FC236}">
                <a16:creationId xmlns:a16="http://schemas.microsoft.com/office/drawing/2014/main" id="{57C989BB-BDA0-496C-954F-70712201BF4F}"/>
              </a:ext>
            </a:extLst>
          </p:cNvPr>
          <p:cNvSpPr>
            <a:spLocks noGrp="1"/>
          </p:cNvSpPr>
          <p:nvPr>
            <p:ph type="subTitle" idx="1"/>
          </p:nvPr>
        </p:nvSpPr>
        <p:spPr/>
        <p:txBody>
          <a:bodyPr/>
          <a:lstStyle/>
          <a:p>
            <a:endParaRPr lang="en-US" dirty="0"/>
          </a:p>
          <a:p>
            <a:r>
              <a:rPr lang="en-US" dirty="0"/>
              <a:t>Girish S Kumar</a:t>
            </a:r>
          </a:p>
          <a:p>
            <a:r>
              <a:rPr lang="en-US" dirty="0"/>
              <a:t>ISQUARED OT LABS (OPC)PVT ltd</a:t>
            </a:r>
            <a:endParaRPr lang="en-IN" dirty="0"/>
          </a:p>
        </p:txBody>
      </p:sp>
    </p:spTree>
    <p:extLst>
      <p:ext uri="{BB962C8B-B14F-4D97-AF65-F5344CB8AC3E}">
        <p14:creationId xmlns:p14="http://schemas.microsoft.com/office/powerpoint/2010/main" val="673829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EBA4-1BF9-4AAE-8DF1-8A840B79AD92}"/>
              </a:ext>
            </a:extLst>
          </p:cNvPr>
          <p:cNvSpPr>
            <a:spLocks noGrp="1"/>
          </p:cNvSpPr>
          <p:nvPr>
            <p:ph type="title"/>
          </p:nvPr>
        </p:nvSpPr>
        <p:spPr/>
        <p:txBody>
          <a:bodyPr/>
          <a:lstStyle/>
          <a:p>
            <a:r>
              <a:rPr lang="en-US" dirty="0"/>
              <a:t>What is internet of </a:t>
            </a:r>
            <a:r>
              <a:rPr lang="en-US" sz="4800" b="1" dirty="0">
                <a:latin typeface="Ink Free" panose="03080402000500000000" pitchFamily="66" charset="0"/>
              </a:rPr>
              <a:t>Things</a:t>
            </a:r>
            <a:endParaRPr lang="en-IN" b="1" dirty="0">
              <a:latin typeface="Ink Free" panose="03080402000500000000" pitchFamily="66" charset="0"/>
            </a:endParaRPr>
          </a:p>
        </p:txBody>
      </p:sp>
      <p:sp>
        <p:nvSpPr>
          <p:cNvPr id="4" name="TextBox 3">
            <a:extLst>
              <a:ext uri="{FF2B5EF4-FFF2-40B4-BE49-F238E27FC236}">
                <a16:creationId xmlns:a16="http://schemas.microsoft.com/office/drawing/2014/main" id="{B862F452-831F-45C2-8803-8F79247889C2}"/>
              </a:ext>
            </a:extLst>
          </p:cNvPr>
          <p:cNvSpPr txBox="1"/>
          <p:nvPr/>
        </p:nvSpPr>
        <p:spPr>
          <a:xfrm>
            <a:off x="1275521" y="1932298"/>
            <a:ext cx="8584095" cy="2308324"/>
          </a:xfrm>
          <a:prstGeom prst="rect">
            <a:avLst/>
          </a:prstGeom>
          <a:noFill/>
        </p:spPr>
        <p:txBody>
          <a:bodyPr wrap="square">
            <a:spAutoFit/>
          </a:bodyPr>
          <a:lstStyle/>
          <a:p>
            <a:pPr algn="l" fontAlgn="base"/>
            <a:r>
              <a:rPr lang="en-US" b="0" i="0" dirty="0">
                <a:solidFill>
                  <a:srgbClr val="000000"/>
                </a:solidFill>
                <a:effectLst/>
                <a:latin typeface="Open Sans"/>
              </a:rPr>
              <a:t>Internet of Things definition? McKinsey short definition appears quite logic:</a:t>
            </a:r>
          </a:p>
          <a:p>
            <a:pPr algn="l" fontAlgn="base"/>
            <a:r>
              <a:rPr lang="en-US" b="1" i="0" dirty="0">
                <a:solidFill>
                  <a:srgbClr val="000000"/>
                </a:solidFill>
                <a:effectLst/>
                <a:latin typeface="inherit"/>
              </a:rPr>
              <a:t>Internet of Things =</a:t>
            </a:r>
            <a:r>
              <a:rPr lang="en-US" b="0" i="0" dirty="0">
                <a:solidFill>
                  <a:srgbClr val="000000"/>
                </a:solidFill>
                <a:effectLst/>
                <a:latin typeface="Open Sans"/>
              </a:rPr>
              <a:t> “</a:t>
            </a:r>
            <a:r>
              <a:rPr lang="en-US" b="1" i="1" dirty="0">
                <a:solidFill>
                  <a:srgbClr val="000000"/>
                </a:solidFill>
                <a:effectLst/>
                <a:latin typeface="inherit"/>
              </a:rPr>
              <a:t>Sensors and actuators embedded in physical objects are linked through wired and wireless networks, often using the same Internet Protocol (IP) that connects the Internet.</a:t>
            </a:r>
            <a:r>
              <a:rPr lang="en-US" b="1" i="0" dirty="0">
                <a:solidFill>
                  <a:srgbClr val="000000"/>
                </a:solidFill>
                <a:effectLst/>
                <a:latin typeface="inherit"/>
              </a:rPr>
              <a:t>“</a:t>
            </a:r>
          </a:p>
          <a:p>
            <a:pPr algn="l" fontAlgn="base"/>
            <a:endParaRPr lang="en-US" b="1" dirty="0">
              <a:solidFill>
                <a:srgbClr val="000000"/>
              </a:solidFill>
              <a:latin typeface="inherit"/>
            </a:endParaRPr>
          </a:p>
          <a:p>
            <a:pPr algn="l" fontAlgn="base"/>
            <a:endParaRPr lang="en-US" b="1" i="0" dirty="0">
              <a:solidFill>
                <a:srgbClr val="000000"/>
              </a:solidFill>
              <a:effectLst/>
              <a:latin typeface="inherit"/>
            </a:endParaRPr>
          </a:p>
          <a:p>
            <a:pPr algn="l" fontAlgn="base"/>
            <a:r>
              <a:rPr lang="en-US" b="0" i="0" dirty="0">
                <a:solidFill>
                  <a:srgbClr val="000000"/>
                </a:solidFill>
                <a:effectLst/>
                <a:latin typeface="Open Sans"/>
              </a:rPr>
              <a:t>IoT has yet a wider reach as it also includes connections beyond the industrial context such as wearable devices on people.</a:t>
            </a:r>
          </a:p>
        </p:txBody>
      </p:sp>
    </p:spTree>
    <p:extLst>
      <p:ext uri="{BB962C8B-B14F-4D97-AF65-F5344CB8AC3E}">
        <p14:creationId xmlns:p14="http://schemas.microsoft.com/office/powerpoint/2010/main" val="4027723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0E30-D5F7-4DB3-963F-20FB7A0E682F}"/>
              </a:ext>
            </a:extLst>
          </p:cNvPr>
          <p:cNvSpPr txBox="1">
            <a:spLocks/>
          </p:cNvSpPr>
          <p:nvPr/>
        </p:nvSpPr>
        <p:spPr>
          <a:xfrm>
            <a:off x="1141413" y="618518"/>
            <a:ext cx="9905998" cy="812717"/>
          </a:xfrm>
          <a:prstGeom prst="rect">
            <a:avLst/>
          </a:prstGeom>
        </p:spPr>
        <p:txBody>
          <a:bodyPr/>
          <a:lst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a:lstStyle>
          <a:p>
            <a:r>
              <a:rPr lang="en-US" dirty="0"/>
              <a:t>How was this term “</a:t>
            </a:r>
            <a:r>
              <a:rPr lang="en-US" i="1" dirty="0">
                <a:latin typeface="Ink Free" panose="03080402000500000000" pitchFamily="66" charset="0"/>
              </a:rPr>
              <a:t>Things</a:t>
            </a:r>
            <a:r>
              <a:rPr lang="en-US" dirty="0"/>
              <a:t>” coined</a:t>
            </a:r>
            <a:endParaRPr lang="en-IN" dirty="0"/>
          </a:p>
        </p:txBody>
      </p:sp>
      <p:sp>
        <p:nvSpPr>
          <p:cNvPr id="4" name="TextBox 3">
            <a:extLst>
              <a:ext uri="{FF2B5EF4-FFF2-40B4-BE49-F238E27FC236}">
                <a16:creationId xmlns:a16="http://schemas.microsoft.com/office/drawing/2014/main" id="{F365DF2E-673D-47AD-846F-8CA9026FE84E}"/>
              </a:ext>
            </a:extLst>
          </p:cNvPr>
          <p:cNvSpPr txBox="1"/>
          <p:nvPr/>
        </p:nvSpPr>
        <p:spPr>
          <a:xfrm>
            <a:off x="5718451" y="1282147"/>
            <a:ext cx="5539408" cy="3693319"/>
          </a:xfrm>
          <a:prstGeom prst="rect">
            <a:avLst/>
          </a:prstGeom>
          <a:noFill/>
        </p:spPr>
        <p:txBody>
          <a:bodyPr wrap="square">
            <a:spAutoFit/>
          </a:bodyPr>
          <a:lstStyle/>
          <a:p>
            <a:pPr algn="just"/>
            <a:r>
              <a:rPr lang="en-US" b="0" i="0" dirty="0">
                <a:solidFill>
                  <a:srgbClr val="000000"/>
                </a:solidFill>
                <a:effectLst/>
                <a:latin typeface="Open Sans"/>
              </a:rPr>
              <a:t>The term Internet of Things is </a:t>
            </a:r>
            <a:r>
              <a:rPr lang="en-US" dirty="0">
                <a:solidFill>
                  <a:srgbClr val="000000"/>
                </a:solidFill>
                <a:latin typeface="Open Sans"/>
              </a:rPr>
              <a:t>more than  four decade old.</a:t>
            </a:r>
            <a:r>
              <a:rPr lang="en-US" b="0" i="0" dirty="0">
                <a:solidFill>
                  <a:srgbClr val="000000"/>
                </a:solidFill>
                <a:effectLst/>
                <a:latin typeface="Open Sans"/>
              </a:rPr>
              <a:t>. The   idea of connected devices had been around </a:t>
            </a:r>
            <a:r>
              <a:rPr lang="en-US" dirty="0">
                <a:solidFill>
                  <a:srgbClr val="000000"/>
                </a:solidFill>
                <a:latin typeface="Open Sans"/>
              </a:rPr>
              <a:t>for more than four decades when internet was in experimental stage. </a:t>
            </a:r>
          </a:p>
          <a:p>
            <a:pPr algn="just"/>
            <a:endParaRPr lang="en-US" b="0" i="0" dirty="0">
              <a:solidFill>
                <a:srgbClr val="000000"/>
              </a:solidFill>
              <a:effectLst/>
              <a:latin typeface="Open Sans"/>
            </a:endParaRPr>
          </a:p>
          <a:p>
            <a:pPr algn="just"/>
            <a:r>
              <a:rPr lang="en-US" dirty="0">
                <a:solidFill>
                  <a:srgbClr val="000000"/>
                </a:solidFill>
                <a:latin typeface="Open Sans"/>
              </a:rPr>
              <a:t>The </a:t>
            </a:r>
            <a:r>
              <a:rPr lang="en-US" b="0" i="0" dirty="0">
                <a:solidFill>
                  <a:srgbClr val="000000"/>
                </a:solidFill>
                <a:effectLst/>
                <a:latin typeface="Open Sans"/>
              </a:rPr>
              <a:t>term “Internet of Things” was coined by </a:t>
            </a:r>
            <a:r>
              <a:rPr lang="en-US" b="0" i="0" u="none" strike="noStrike" dirty="0">
                <a:solidFill>
                  <a:srgbClr val="FF483C"/>
                </a:solidFill>
                <a:effectLst/>
                <a:latin typeface="Open Sans"/>
                <a:hlinkClick r:id="rId2"/>
              </a:rPr>
              <a:t>Kevin Ashton</a:t>
            </a:r>
            <a:r>
              <a:rPr lang="en-US" b="0" i="0" dirty="0">
                <a:solidFill>
                  <a:srgbClr val="000000"/>
                </a:solidFill>
                <a:effectLst/>
                <a:latin typeface="Open Sans"/>
              </a:rPr>
              <a:t> in 1999 during his work at </a:t>
            </a:r>
            <a:r>
              <a:rPr lang="en-US" b="0" i="0" dirty="0" err="1">
                <a:solidFill>
                  <a:srgbClr val="000000"/>
                </a:solidFill>
                <a:effectLst/>
                <a:latin typeface="Open Sans"/>
              </a:rPr>
              <a:t>Procter&amp;Gamble</a:t>
            </a:r>
            <a:r>
              <a:rPr lang="en-US" b="0" i="0" dirty="0">
                <a:solidFill>
                  <a:srgbClr val="000000"/>
                </a:solidFill>
                <a:effectLst/>
                <a:latin typeface="Open Sans"/>
              </a:rPr>
              <a:t>. Ashton who was working in supply chain optimization, wanted to attract senior management’s attention to a new exciting technology called RFID. Because the internet was the hottest new trend in 1999 and because it somehow made sense, he called his presentation “Internet of Things”.</a:t>
            </a:r>
            <a:endParaRPr lang="en-IN" dirty="0"/>
          </a:p>
        </p:txBody>
      </p:sp>
      <p:pic>
        <p:nvPicPr>
          <p:cNvPr id="1026" name="Picture 2" descr="Kevin Ashton">
            <a:extLst>
              <a:ext uri="{FF2B5EF4-FFF2-40B4-BE49-F238E27FC236}">
                <a16:creationId xmlns:a16="http://schemas.microsoft.com/office/drawing/2014/main" id="{3BB46879-263B-42CC-8B79-38FBA6F6F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530" y="3150897"/>
            <a:ext cx="3088585" cy="3088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82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84E6-F0FE-49CC-BBD3-7BF373478CEE}"/>
              </a:ext>
            </a:extLst>
          </p:cNvPr>
          <p:cNvSpPr>
            <a:spLocks noGrp="1"/>
          </p:cNvSpPr>
          <p:nvPr>
            <p:ph type="title"/>
          </p:nvPr>
        </p:nvSpPr>
        <p:spPr/>
        <p:txBody>
          <a:bodyPr/>
          <a:lstStyle/>
          <a:p>
            <a:r>
              <a:rPr lang="en-US" dirty="0"/>
              <a:t>Listen to Kevin for few minutes</a:t>
            </a:r>
            <a:endParaRPr lang="en-IN" dirty="0"/>
          </a:p>
        </p:txBody>
      </p:sp>
      <p:sp>
        <p:nvSpPr>
          <p:cNvPr id="4" name="TextBox 3">
            <a:extLst>
              <a:ext uri="{FF2B5EF4-FFF2-40B4-BE49-F238E27FC236}">
                <a16:creationId xmlns:a16="http://schemas.microsoft.com/office/drawing/2014/main" id="{93DC780E-E601-481A-B4D9-F662F7D39D2E}"/>
              </a:ext>
            </a:extLst>
          </p:cNvPr>
          <p:cNvSpPr txBox="1"/>
          <p:nvPr/>
        </p:nvSpPr>
        <p:spPr>
          <a:xfrm>
            <a:off x="808450" y="2097088"/>
            <a:ext cx="10571921" cy="369332"/>
          </a:xfrm>
          <a:prstGeom prst="rect">
            <a:avLst/>
          </a:prstGeom>
          <a:noFill/>
        </p:spPr>
        <p:txBody>
          <a:bodyPr wrap="square">
            <a:spAutoFit/>
          </a:bodyPr>
          <a:lstStyle/>
          <a:p>
            <a:r>
              <a:rPr lang="en-IN" dirty="0"/>
              <a:t>https://www.techrepublic.com/videos/share/how-the-term-internet-of-things-was-invented</a:t>
            </a:r>
          </a:p>
        </p:txBody>
      </p:sp>
      <p:sp>
        <p:nvSpPr>
          <p:cNvPr id="6" name="TextBox 5">
            <a:extLst>
              <a:ext uri="{FF2B5EF4-FFF2-40B4-BE49-F238E27FC236}">
                <a16:creationId xmlns:a16="http://schemas.microsoft.com/office/drawing/2014/main" id="{3E79D20F-43F2-4515-8486-63216E5B0356}"/>
              </a:ext>
            </a:extLst>
          </p:cNvPr>
          <p:cNvSpPr txBox="1"/>
          <p:nvPr/>
        </p:nvSpPr>
        <p:spPr>
          <a:xfrm>
            <a:off x="1141411" y="3575658"/>
            <a:ext cx="9905997" cy="1200329"/>
          </a:xfrm>
          <a:prstGeom prst="rect">
            <a:avLst/>
          </a:prstGeom>
          <a:noFill/>
        </p:spPr>
        <p:txBody>
          <a:bodyPr wrap="square">
            <a:spAutoFit/>
          </a:bodyPr>
          <a:lstStyle/>
          <a:p>
            <a:r>
              <a:rPr lang="en-US" b="0" i="0" dirty="0">
                <a:solidFill>
                  <a:srgbClr val="333333"/>
                </a:solidFill>
                <a:effectLst/>
                <a:latin typeface="Proxima Nova"/>
              </a:rPr>
              <a:t>The Internet of Things is not really when your app tells you that your toaster is ready with your toast. Right? We don't care about that. The Internet of Things means a whole range of different sensors/devices  that are somehow connected to the internet that are gathering information about the real world that can then be made useful in some way.</a:t>
            </a:r>
            <a:endParaRPr lang="en-IN" dirty="0"/>
          </a:p>
        </p:txBody>
      </p:sp>
    </p:spTree>
    <p:extLst>
      <p:ext uri="{BB962C8B-B14F-4D97-AF65-F5344CB8AC3E}">
        <p14:creationId xmlns:p14="http://schemas.microsoft.com/office/powerpoint/2010/main" val="183994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2E30-3492-444B-9FE9-6A0EC45FA82D}"/>
              </a:ext>
            </a:extLst>
          </p:cNvPr>
          <p:cNvSpPr>
            <a:spLocks noGrp="1"/>
          </p:cNvSpPr>
          <p:nvPr>
            <p:ph type="title"/>
          </p:nvPr>
        </p:nvSpPr>
        <p:spPr>
          <a:xfrm>
            <a:off x="1143001" y="16194"/>
            <a:ext cx="6849274" cy="677254"/>
          </a:xfrm>
        </p:spPr>
        <p:txBody>
          <a:bodyPr/>
          <a:lstStyle/>
          <a:p>
            <a:r>
              <a:rPr lang="en-US" dirty="0"/>
              <a:t>What are embedded computers</a:t>
            </a:r>
            <a:endParaRPr lang="en-IN" dirty="0"/>
          </a:p>
        </p:txBody>
      </p:sp>
      <p:pic>
        <p:nvPicPr>
          <p:cNvPr id="4" name="Picture 16" descr="Image result for Smart TV">
            <a:extLst>
              <a:ext uri="{FF2B5EF4-FFF2-40B4-BE49-F238E27FC236}">
                <a16:creationId xmlns:a16="http://schemas.microsoft.com/office/drawing/2014/main" id="{4FC8EC02-7E0E-43B0-AF85-D162A952D8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65440" y="1910344"/>
            <a:ext cx="3061958" cy="1722351"/>
          </a:xfrm>
          <a:prstGeom prst="rect">
            <a:avLst/>
          </a:prstGeom>
          <a:noFill/>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9C8320E-E541-40AE-9DCA-73FFD156B881}"/>
              </a:ext>
            </a:extLst>
          </p:cNvPr>
          <p:cNvSpPr txBox="1"/>
          <p:nvPr/>
        </p:nvSpPr>
        <p:spPr>
          <a:xfrm>
            <a:off x="1069055" y="626350"/>
            <a:ext cx="4370352" cy="6186309"/>
          </a:xfrm>
          <a:prstGeom prst="rect">
            <a:avLst/>
          </a:prstGeom>
          <a:noFill/>
        </p:spPr>
        <p:txBody>
          <a:bodyPr wrap="square" rtlCol="0">
            <a:spAutoFit/>
          </a:bodyPr>
          <a:lstStyle/>
          <a:p>
            <a:pPr algn="l"/>
            <a:r>
              <a:rPr lang="en-IN" sz="1800" dirty="0"/>
              <a:t>When a computer becomes a  part of another large system or when computer becomes one of the components of a system we call it as:</a:t>
            </a:r>
          </a:p>
          <a:p>
            <a:pPr algn="l"/>
            <a:r>
              <a:rPr lang="en-IN" sz="1800" b="1" dirty="0"/>
              <a:t>Embedded Computer </a:t>
            </a:r>
            <a:r>
              <a:rPr lang="en-IN" sz="1800" dirty="0"/>
              <a:t>or </a:t>
            </a:r>
            <a:r>
              <a:rPr lang="en-IN" sz="1800" b="1" dirty="0"/>
              <a:t>Embedded system</a:t>
            </a:r>
          </a:p>
          <a:p>
            <a:pPr algn="l"/>
            <a:endParaRPr lang="en-IN" sz="1800" dirty="0"/>
          </a:p>
          <a:p>
            <a:pPr algn="l"/>
            <a:r>
              <a:rPr lang="en-IN" sz="1800" dirty="0"/>
              <a:t>Laptops, Desktop and servers are not embedded computers.</a:t>
            </a:r>
          </a:p>
          <a:p>
            <a:pPr algn="l"/>
            <a:r>
              <a:rPr lang="en-IN" sz="1800" b="1" u="sng" dirty="0"/>
              <a:t>Computers fixed inside </a:t>
            </a:r>
          </a:p>
          <a:p>
            <a:pPr marL="285750" indent="-285750" algn="l">
              <a:buFont typeface="Wingdings" panose="05000000000000000000" pitchFamily="2" charset="2"/>
              <a:buChar char="ü"/>
            </a:pPr>
            <a:r>
              <a:rPr lang="en-IN" sz="1800" dirty="0"/>
              <a:t>Automobiles, </a:t>
            </a:r>
          </a:p>
          <a:p>
            <a:pPr marL="285750" indent="-285750" algn="l">
              <a:buFont typeface="Wingdings" panose="05000000000000000000" pitchFamily="2" charset="2"/>
              <a:buChar char="ü"/>
            </a:pPr>
            <a:r>
              <a:rPr lang="en-IN" sz="1800" dirty="0"/>
              <a:t>Microware oven, </a:t>
            </a:r>
          </a:p>
          <a:p>
            <a:pPr marL="285750" indent="-285750" algn="l">
              <a:buFont typeface="Wingdings" panose="05000000000000000000" pitchFamily="2" charset="2"/>
              <a:buChar char="ü"/>
            </a:pPr>
            <a:r>
              <a:rPr lang="en-IN" sz="1800" dirty="0"/>
              <a:t>Smart Watches, </a:t>
            </a:r>
          </a:p>
          <a:p>
            <a:pPr marL="285750" indent="-285750" algn="l">
              <a:buFont typeface="Wingdings" panose="05000000000000000000" pitchFamily="2" charset="2"/>
              <a:buChar char="ü"/>
            </a:pPr>
            <a:r>
              <a:rPr lang="en-IN" sz="1800" dirty="0"/>
              <a:t>Smart phones, </a:t>
            </a:r>
          </a:p>
          <a:p>
            <a:pPr marL="285750" indent="-285750" algn="l">
              <a:buFont typeface="Wingdings" panose="05000000000000000000" pitchFamily="2" charset="2"/>
              <a:buChar char="ü"/>
            </a:pPr>
            <a:r>
              <a:rPr lang="en-IN" sz="1800" dirty="0"/>
              <a:t>Robots, </a:t>
            </a:r>
          </a:p>
          <a:p>
            <a:pPr marL="285750" indent="-285750" algn="l">
              <a:buFont typeface="Wingdings" panose="05000000000000000000" pitchFamily="2" charset="2"/>
              <a:buChar char="ü"/>
            </a:pPr>
            <a:r>
              <a:rPr lang="en-IN" sz="1800" dirty="0"/>
              <a:t>Drones,  </a:t>
            </a:r>
          </a:p>
          <a:p>
            <a:pPr marL="285750" indent="-285750" algn="l">
              <a:buFont typeface="Wingdings" panose="05000000000000000000" pitchFamily="2" charset="2"/>
              <a:buChar char="ü"/>
            </a:pPr>
            <a:r>
              <a:rPr lang="en-IN" sz="1800" dirty="0"/>
              <a:t>Smart TVs </a:t>
            </a:r>
          </a:p>
          <a:p>
            <a:pPr marL="285750" indent="-285750" algn="l">
              <a:buFont typeface="Wingdings" panose="05000000000000000000" pitchFamily="2" charset="2"/>
              <a:buChar char="ü"/>
            </a:pPr>
            <a:r>
              <a:rPr lang="en-IN" sz="1800" dirty="0"/>
              <a:t>Manufacturing Equipment</a:t>
            </a:r>
          </a:p>
          <a:p>
            <a:pPr marL="285750" indent="-285750" algn="l">
              <a:buFont typeface="Wingdings" panose="05000000000000000000" pitchFamily="2" charset="2"/>
              <a:buChar char="ü"/>
            </a:pPr>
            <a:r>
              <a:rPr lang="en-IN" sz="1800" dirty="0"/>
              <a:t>Washing Machines</a:t>
            </a:r>
          </a:p>
          <a:p>
            <a:pPr marL="285750" indent="-285750" algn="l">
              <a:buFont typeface="Wingdings" panose="05000000000000000000" pitchFamily="2" charset="2"/>
              <a:buChar char="ü"/>
            </a:pPr>
            <a:r>
              <a:rPr lang="en-IN" sz="1800" dirty="0"/>
              <a:t>Fridges</a:t>
            </a:r>
          </a:p>
          <a:p>
            <a:pPr marL="285750" indent="-285750" algn="l">
              <a:buFont typeface="Wingdings" panose="05000000000000000000" pitchFamily="2" charset="2"/>
              <a:buChar char="ü"/>
            </a:pPr>
            <a:r>
              <a:rPr lang="en-IN" sz="1800" dirty="0"/>
              <a:t>Digital Camera</a:t>
            </a:r>
          </a:p>
          <a:p>
            <a:pPr marL="285750" indent="-285750" algn="l">
              <a:buFont typeface="Wingdings" panose="05000000000000000000" pitchFamily="2" charset="2"/>
              <a:buChar char="ü"/>
            </a:pPr>
            <a:r>
              <a:rPr lang="en-IN" sz="1800" dirty="0"/>
              <a:t>Aeronautics </a:t>
            </a:r>
          </a:p>
        </p:txBody>
      </p:sp>
      <p:pic>
        <p:nvPicPr>
          <p:cNvPr id="8" name="Picture 12" descr="https://i1.wp.com/www.wlivenews.com/wp-content/uploads/2017/02/microwave-oven.jpg?resize=564%2C380">
            <a:extLst>
              <a:ext uri="{FF2B5EF4-FFF2-40B4-BE49-F238E27FC236}">
                <a16:creationId xmlns:a16="http://schemas.microsoft.com/office/drawing/2014/main" id="{763143A7-0700-4D9F-8DD7-DC6363FC5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9407" y="4346010"/>
            <a:ext cx="2478857" cy="167015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https://moschip.com/wp-content/uploads/2017/02/Android-Connected-Car.jpg">
            <a:extLst>
              <a:ext uri="{FF2B5EF4-FFF2-40B4-BE49-F238E27FC236}">
                <a16:creationId xmlns:a16="http://schemas.microsoft.com/office/drawing/2014/main" id="{D8A4084B-A2A5-45A1-B261-E6B10B62C6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94876" y="2196992"/>
            <a:ext cx="2686967" cy="148634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8" descr="Image result for SEcurity Camera">
            <a:extLst>
              <a:ext uri="{FF2B5EF4-FFF2-40B4-BE49-F238E27FC236}">
                <a16:creationId xmlns:a16="http://schemas.microsoft.com/office/drawing/2014/main" id="{2B7A4260-6BCF-4281-80FC-5D96C2B612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4153" y="487373"/>
            <a:ext cx="2503446" cy="15568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0" descr="Image result for Aero plane">
            <a:extLst>
              <a:ext uri="{FF2B5EF4-FFF2-40B4-BE49-F238E27FC236}">
                <a16:creationId xmlns:a16="http://schemas.microsoft.com/office/drawing/2014/main" id="{5FC1013A-8B20-40F0-A419-F21FCCE6E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4969" y="4210029"/>
            <a:ext cx="2602630" cy="2602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493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B11C8-8F6B-4D55-A040-ABF92DEF898F}"/>
              </a:ext>
            </a:extLst>
          </p:cNvPr>
          <p:cNvSpPr>
            <a:spLocks noGrp="1"/>
          </p:cNvSpPr>
          <p:nvPr>
            <p:ph type="title"/>
          </p:nvPr>
        </p:nvSpPr>
        <p:spPr>
          <a:xfrm>
            <a:off x="1143001" y="117323"/>
            <a:ext cx="9905998" cy="818794"/>
          </a:xfrm>
        </p:spPr>
        <p:txBody>
          <a:bodyPr/>
          <a:lstStyle/>
          <a:p>
            <a:r>
              <a:rPr lang="en-US" dirty="0"/>
              <a:t>Applications of </a:t>
            </a:r>
            <a:r>
              <a:rPr lang="en-US" dirty="0" err="1"/>
              <a:t>Iot</a:t>
            </a:r>
            <a:endParaRPr lang="en-IN" dirty="0"/>
          </a:p>
        </p:txBody>
      </p:sp>
      <p:graphicFrame>
        <p:nvGraphicFramePr>
          <p:cNvPr id="6" name="Diagram 5">
            <a:extLst>
              <a:ext uri="{FF2B5EF4-FFF2-40B4-BE49-F238E27FC236}">
                <a16:creationId xmlns:a16="http://schemas.microsoft.com/office/drawing/2014/main" id="{74CA730D-01C7-470E-8E10-CA1750F82F8B}"/>
              </a:ext>
            </a:extLst>
          </p:cNvPr>
          <p:cNvGraphicFramePr/>
          <p:nvPr>
            <p:extLst>
              <p:ext uri="{D42A27DB-BD31-4B8C-83A1-F6EECF244321}">
                <p14:modId xmlns:p14="http://schemas.microsoft.com/office/powerpoint/2010/main" val="386147481"/>
              </p:ext>
            </p:extLst>
          </p:nvPr>
        </p:nvGraphicFramePr>
        <p:xfrm>
          <a:off x="2692263" y="1762954"/>
          <a:ext cx="7015163" cy="4657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descr="Image result for Hospitals">
            <a:extLst>
              <a:ext uri="{FF2B5EF4-FFF2-40B4-BE49-F238E27FC236}">
                <a16:creationId xmlns:a16="http://schemas.microsoft.com/office/drawing/2014/main" id="{1FCBFCEB-2538-43B3-B0AB-123D3EB994F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94012" y="4877873"/>
            <a:ext cx="2769777" cy="15595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 result for Manufacturing units">
            <a:extLst>
              <a:ext uri="{FF2B5EF4-FFF2-40B4-BE49-F238E27FC236}">
                <a16:creationId xmlns:a16="http://schemas.microsoft.com/office/drawing/2014/main" id="{3C091638-225D-4F92-9C1B-1951E3C9488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74474" y="4810135"/>
            <a:ext cx="2518351" cy="16189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mage result for aeronautics">
            <a:extLst>
              <a:ext uri="{FF2B5EF4-FFF2-40B4-BE49-F238E27FC236}">
                <a16:creationId xmlns:a16="http://schemas.microsoft.com/office/drawing/2014/main" id="{8A4D4AF8-884C-4FE7-A002-1E6313D48A7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46138" y="1070587"/>
            <a:ext cx="1034588" cy="68936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Image result for automobiles">
            <a:extLst>
              <a:ext uri="{FF2B5EF4-FFF2-40B4-BE49-F238E27FC236}">
                <a16:creationId xmlns:a16="http://schemas.microsoft.com/office/drawing/2014/main" id="{6D76DD35-4E51-40AD-A935-2FD3C6B16D7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126903" y="1747252"/>
            <a:ext cx="1639136" cy="92201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Image result for Bank">
            <a:extLst>
              <a:ext uri="{FF2B5EF4-FFF2-40B4-BE49-F238E27FC236}">
                <a16:creationId xmlns:a16="http://schemas.microsoft.com/office/drawing/2014/main" id="{1142B211-24E8-429F-8F93-4D5E0C6A484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237722" y="1544692"/>
            <a:ext cx="1083600" cy="10799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Image result for Airline booking">
            <a:extLst>
              <a:ext uri="{FF2B5EF4-FFF2-40B4-BE49-F238E27FC236}">
                <a16:creationId xmlns:a16="http://schemas.microsoft.com/office/drawing/2014/main" id="{B129FC1C-9C43-4041-AA92-D57B1F7C708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374172" y="3790988"/>
            <a:ext cx="1409455" cy="10572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6" descr="Related image">
            <a:extLst>
              <a:ext uri="{FF2B5EF4-FFF2-40B4-BE49-F238E27FC236}">
                <a16:creationId xmlns:a16="http://schemas.microsoft.com/office/drawing/2014/main" id="{F4D33DCC-0AD9-40B8-9E86-F6EF4C5EE24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535885" y="808707"/>
            <a:ext cx="1327917" cy="88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952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E22A-E27C-4F23-85B7-142D2C1E16E7}"/>
              </a:ext>
            </a:extLst>
          </p:cNvPr>
          <p:cNvSpPr>
            <a:spLocks noGrp="1"/>
          </p:cNvSpPr>
          <p:nvPr>
            <p:ph type="title"/>
          </p:nvPr>
        </p:nvSpPr>
        <p:spPr>
          <a:xfrm>
            <a:off x="1143001" y="154495"/>
            <a:ext cx="9905998" cy="664372"/>
          </a:xfrm>
        </p:spPr>
        <p:txBody>
          <a:bodyPr/>
          <a:lstStyle/>
          <a:p>
            <a:r>
              <a:rPr lang="en-US" dirty="0"/>
              <a:t>Industrial Revolution</a:t>
            </a:r>
            <a:endParaRPr lang="en-IN" dirty="0"/>
          </a:p>
        </p:txBody>
      </p:sp>
      <p:graphicFrame>
        <p:nvGraphicFramePr>
          <p:cNvPr id="3" name="Diagram 2">
            <a:extLst>
              <a:ext uri="{FF2B5EF4-FFF2-40B4-BE49-F238E27FC236}">
                <a16:creationId xmlns:a16="http://schemas.microsoft.com/office/drawing/2014/main" id="{9D883C59-961F-4907-B2A6-899FC747B319}"/>
              </a:ext>
            </a:extLst>
          </p:cNvPr>
          <p:cNvGraphicFramePr/>
          <p:nvPr>
            <p:extLst>
              <p:ext uri="{D42A27DB-BD31-4B8C-83A1-F6EECF244321}">
                <p14:modId xmlns:p14="http://schemas.microsoft.com/office/powerpoint/2010/main" val="1951373508"/>
              </p:ext>
            </p:extLst>
          </p:nvPr>
        </p:nvGraphicFramePr>
        <p:xfrm>
          <a:off x="882554" y="818866"/>
          <a:ext cx="10895463" cy="603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66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B757-D06F-457E-8336-A4A619640807}"/>
              </a:ext>
            </a:extLst>
          </p:cNvPr>
          <p:cNvSpPr>
            <a:spLocks noGrp="1"/>
          </p:cNvSpPr>
          <p:nvPr>
            <p:ph type="title"/>
          </p:nvPr>
        </p:nvSpPr>
        <p:spPr>
          <a:xfrm>
            <a:off x="1143001" y="207701"/>
            <a:ext cx="9905998" cy="733203"/>
          </a:xfrm>
        </p:spPr>
        <p:txBody>
          <a:bodyPr/>
          <a:lstStyle/>
          <a:p>
            <a:r>
              <a:rPr lang="en-US" dirty="0" err="1"/>
              <a:t>Iot</a:t>
            </a:r>
            <a:r>
              <a:rPr lang="en-US" dirty="0"/>
              <a:t> in use (</a:t>
            </a:r>
            <a:r>
              <a:rPr lang="en-US" sz="1800" dirty="0"/>
              <a:t>Car develops a fault</a:t>
            </a:r>
            <a:r>
              <a:rPr lang="en-US" dirty="0"/>
              <a:t>)</a:t>
            </a:r>
            <a:endParaRPr lang="en-IN" dirty="0"/>
          </a:p>
        </p:txBody>
      </p:sp>
      <p:pic>
        <p:nvPicPr>
          <p:cNvPr id="3" name="Picture 2" descr="Image result for car">
            <a:extLst>
              <a:ext uri="{FF2B5EF4-FFF2-40B4-BE49-F238E27FC236}">
                <a16:creationId xmlns:a16="http://schemas.microsoft.com/office/drawing/2014/main" id="{D9E63B86-2E9F-4833-9D65-9804EAA1E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486" y="4245909"/>
            <a:ext cx="30480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mage result for car service station">
            <a:extLst>
              <a:ext uri="{FF2B5EF4-FFF2-40B4-BE49-F238E27FC236}">
                <a16:creationId xmlns:a16="http://schemas.microsoft.com/office/drawing/2014/main" id="{00A8D6A7-20C1-42CF-B308-4F66D40E8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375" y="3607686"/>
            <a:ext cx="3875756" cy="2583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Image result for Internet cloud">
            <a:extLst>
              <a:ext uri="{FF2B5EF4-FFF2-40B4-BE49-F238E27FC236}">
                <a16:creationId xmlns:a16="http://schemas.microsoft.com/office/drawing/2014/main" id="{36E98A9B-491D-4DC8-BD3C-A0C9A5DEA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5851" y="1162730"/>
            <a:ext cx="2838450" cy="242887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136936CA-4C4C-4686-8E7C-FE2ABF91B1C7}"/>
              </a:ext>
            </a:extLst>
          </p:cNvPr>
          <p:cNvCxnSpPr>
            <a:cxnSpLocks/>
          </p:cNvCxnSpPr>
          <p:nvPr/>
        </p:nvCxnSpPr>
        <p:spPr bwMode="auto">
          <a:xfrm flipV="1">
            <a:off x="3947151" y="3034338"/>
            <a:ext cx="1723288" cy="1253801"/>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pic>
        <p:nvPicPr>
          <p:cNvPr id="7" name="Picture 6">
            <a:extLst>
              <a:ext uri="{FF2B5EF4-FFF2-40B4-BE49-F238E27FC236}">
                <a16:creationId xmlns:a16="http://schemas.microsoft.com/office/drawing/2014/main" id="{7CAA4E6A-0EEC-443B-A3B4-F86C10E88AF8}"/>
              </a:ext>
            </a:extLst>
          </p:cNvPr>
          <p:cNvPicPr>
            <a:picLocks noChangeAspect="1"/>
          </p:cNvPicPr>
          <p:nvPr/>
        </p:nvPicPr>
        <p:blipFill>
          <a:blip r:embed="rId5"/>
          <a:stretch>
            <a:fillRect/>
          </a:stretch>
        </p:blipFill>
        <p:spPr>
          <a:xfrm>
            <a:off x="8817919" y="1768043"/>
            <a:ext cx="848427" cy="424214"/>
          </a:xfrm>
          <a:prstGeom prst="rect">
            <a:avLst/>
          </a:prstGeom>
        </p:spPr>
      </p:pic>
      <p:sp>
        <p:nvSpPr>
          <p:cNvPr id="8" name="TextBox 7">
            <a:extLst>
              <a:ext uri="{FF2B5EF4-FFF2-40B4-BE49-F238E27FC236}">
                <a16:creationId xmlns:a16="http://schemas.microsoft.com/office/drawing/2014/main" id="{8EC78087-4CD8-4467-A1F3-40B2BCF531A7}"/>
              </a:ext>
            </a:extLst>
          </p:cNvPr>
          <p:cNvSpPr txBox="1"/>
          <p:nvPr/>
        </p:nvSpPr>
        <p:spPr>
          <a:xfrm>
            <a:off x="8699725" y="764211"/>
            <a:ext cx="1189749" cy="830997"/>
          </a:xfrm>
          <a:prstGeom prst="rect">
            <a:avLst/>
          </a:prstGeom>
          <a:noFill/>
        </p:spPr>
        <p:txBody>
          <a:bodyPr wrap="none" rtlCol="0">
            <a:spAutoFit/>
          </a:bodyPr>
          <a:lstStyle/>
          <a:p>
            <a:pPr algn="l"/>
            <a:r>
              <a:rPr lang="en-IN" dirty="0"/>
              <a:t>GPS</a:t>
            </a:r>
          </a:p>
          <a:p>
            <a:pPr algn="l"/>
            <a:r>
              <a:rPr lang="en-IN" dirty="0"/>
              <a:t>Satellite</a:t>
            </a:r>
          </a:p>
        </p:txBody>
      </p:sp>
      <p:pic>
        <p:nvPicPr>
          <p:cNvPr id="9" name="Picture 8">
            <a:extLst>
              <a:ext uri="{FF2B5EF4-FFF2-40B4-BE49-F238E27FC236}">
                <a16:creationId xmlns:a16="http://schemas.microsoft.com/office/drawing/2014/main" id="{81C88D62-8F59-461C-AD2B-E70545C78C55}"/>
              </a:ext>
            </a:extLst>
          </p:cNvPr>
          <p:cNvPicPr>
            <a:picLocks noChangeAspect="1"/>
          </p:cNvPicPr>
          <p:nvPr/>
        </p:nvPicPr>
        <p:blipFill>
          <a:blip r:embed="rId5"/>
          <a:stretch>
            <a:fillRect/>
          </a:stretch>
        </p:blipFill>
        <p:spPr>
          <a:xfrm>
            <a:off x="9577785" y="494224"/>
            <a:ext cx="987971" cy="493986"/>
          </a:xfrm>
          <a:prstGeom prst="rect">
            <a:avLst/>
          </a:prstGeom>
        </p:spPr>
      </p:pic>
      <p:cxnSp>
        <p:nvCxnSpPr>
          <p:cNvPr id="10" name="Straight Arrow Connector 9">
            <a:extLst>
              <a:ext uri="{FF2B5EF4-FFF2-40B4-BE49-F238E27FC236}">
                <a16:creationId xmlns:a16="http://schemas.microsoft.com/office/drawing/2014/main" id="{F8C03863-4B0B-4A05-9164-D039F25605B0}"/>
              </a:ext>
            </a:extLst>
          </p:cNvPr>
          <p:cNvCxnSpPr>
            <a:stCxn id="9" idx="2"/>
          </p:cNvCxnSpPr>
          <p:nvPr/>
        </p:nvCxnSpPr>
        <p:spPr bwMode="auto">
          <a:xfrm flipH="1">
            <a:off x="10071770" y="988210"/>
            <a:ext cx="1" cy="3519714"/>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2AF5CC36-6C1B-4EA6-B8FD-1C4CBE5C52D6}"/>
              </a:ext>
            </a:extLst>
          </p:cNvPr>
          <p:cNvCxnSpPr>
            <a:cxnSpLocks/>
            <a:stCxn id="7" idx="2"/>
          </p:cNvCxnSpPr>
          <p:nvPr/>
        </p:nvCxnSpPr>
        <p:spPr bwMode="auto">
          <a:xfrm>
            <a:off x="9242133" y="2192257"/>
            <a:ext cx="536885" cy="2563318"/>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2" name="Picture 10" descr="Related image">
            <a:extLst>
              <a:ext uri="{FF2B5EF4-FFF2-40B4-BE49-F238E27FC236}">
                <a16:creationId xmlns:a16="http://schemas.microsoft.com/office/drawing/2014/main" id="{06C9C8B5-69DF-4301-9E99-5DB1C44377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6560" y="5351608"/>
            <a:ext cx="839915" cy="839915"/>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Striped Right 12">
            <a:extLst>
              <a:ext uri="{FF2B5EF4-FFF2-40B4-BE49-F238E27FC236}">
                <a16:creationId xmlns:a16="http://schemas.microsoft.com/office/drawing/2014/main" id="{319B9C4E-87F3-467B-BD42-262C8C6F7CF0}"/>
              </a:ext>
            </a:extLst>
          </p:cNvPr>
          <p:cNvSpPr/>
          <p:nvPr/>
        </p:nvSpPr>
        <p:spPr bwMode="auto">
          <a:xfrm>
            <a:off x="6146401" y="4716458"/>
            <a:ext cx="1169233" cy="924863"/>
          </a:xfrm>
          <a:prstGeom prst="strip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dirty="0">
              <a:ln>
                <a:noFill/>
              </a:ln>
              <a:solidFill>
                <a:schemeClr val="tx1"/>
              </a:solidFill>
              <a:effectLst/>
              <a:latin typeface="Times New Roman" pitchFamily="18" charset="0"/>
            </a:endParaRPr>
          </a:p>
        </p:txBody>
      </p:sp>
      <p:sp>
        <p:nvSpPr>
          <p:cNvPr id="15" name="TextBox 14">
            <a:extLst>
              <a:ext uri="{FF2B5EF4-FFF2-40B4-BE49-F238E27FC236}">
                <a16:creationId xmlns:a16="http://schemas.microsoft.com/office/drawing/2014/main" id="{EE9231D6-AD42-4B3E-B013-B1A631AA1D0D}"/>
              </a:ext>
            </a:extLst>
          </p:cNvPr>
          <p:cNvSpPr txBox="1"/>
          <p:nvPr/>
        </p:nvSpPr>
        <p:spPr>
          <a:xfrm>
            <a:off x="587776" y="1915502"/>
            <a:ext cx="3875756" cy="923330"/>
          </a:xfrm>
          <a:prstGeom prst="rect">
            <a:avLst/>
          </a:prstGeom>
          <a:noFill/>
        </p:spPr>
        <p:txBody>
          <a:bodyPr wrap="square" rtlCol="0">
            <a:spAutoFit/>
          </a:bodyPr>
          <a:lstStyle/>
          <a:p>
            <a:r>
              <a:rPr lang="en-US" dirty="0"/>
              <a:t>How about having a Uber, </a:t>
            </a:r>
            <a:r>
              <a:rPr lang="en-US" dirty="0" err="1"/>
              <a:t>Swiggy</a:t>
            </a:r>
            <a:r>
              <a:rPr lang="en-US" dirty="0"/>
              <a:t> or </a:t>
            </a:r>
            <a:r>
              <a:rPr lang="en-US" dirty="0" err="1"/>
              <a:t>Zomata</a:t>
            </a:r>
            <a:r>
              <a:rPr lang="en-US" dirty="0"/>
              <a:t> … equivalent  for car workshops</a:t>
            </a:r>
            <a:endParaRPr lang="en-IN" dirty="0"/>
          </a:p>
        </p:txBody>
      </p:sp>
    </p:spTree>
    <p:extLst>
      <p:ext uri="{BB962C8B-B14F-4D97-AF65-F5344CB8AC3E}">
        <p14:creationId xmlns:p14="http://schemas.microsoft.com/office/powerpoint/2010/main" val="164291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1170C-E53F-4EB2-B362-4DE6E7571687}"/>
              </a:ext>
            </a:extLst>
          </p:cNvPr>
          <p:cNvSpPr>
            <a:spLocks noGrp="1"/>
          </p:cNvSpPr>
          <p:nvPr>
            <p:ph type="title"/>
          </p:nvPr>
        </p:nvSpPr>
        <p:spPr>
          <a:xfrm>
            <a:off x="1143001" y="194450"/>
            <a:ext cx="3877680" cy="786978"/>
          </a:xfrm>
        </p:spPr>
        <p:txBody>
          <a:bodyPr>
            <a:normAutofit/>
          </a:bodyPr>
          <a:lstStyle/>
          <a:p>
            <a:r>
              <a:rPr lang="en-US" dirty="0" err="1"/>
              <a:t>Iot</a:t>
            </a:r>
            <a:r>
              <a:rPr lang="en-US" dirty="0"/>
              <a:t> in emergency</a:t>
            </a:r>
            <a:endParaRPr lang="en-IN" dirty="0"/>
          </a:p>
        </p:txBody>
      </p:sp>
      <p:pic>
        <p:nvPicPr>
          <p:cNvPr id="3" name="Picture 2" descr="Image result for car accident">
            <a:extLst>
              <a:ext uri="{FF2B5EF4-FFF2-40B4-BE49-F238E27FC236}">
                <a16:creationId xmlns:a16="http://schemas.microsoft.com/office/drawing/2014/main" id="{EA510CD8-AAE1-4DBF-866A-48929179C3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58844" y="5244996"/>
            <a:ext cx="2038662" cy="10618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Image result for Internet cloud">
            <a:extLst>
              <a:ext uri="{FF2B5EF4-FFF2-40B4-BE49-F238E27FC236}">
                <a16:creationId xmlns:a16="http://schemas.microsoft.com/office/drawing/2014/main" id="{BB1CC1F8-0665-4394-BDB2-1E5884D567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0681" y="1134679"/>
            <a:ext cx="2838450" cy="242887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34CEFD29-9990-4E1B-A0A1-3AA2A9773538}"/>
              </a:ext>
            </a:extLst>
          </p:cNvPr>
          <p:cNvCxnSpPr>
            <a:cxnSpLocks/>
          </p:cNvCxnSpPr>
          <p:nvPr/>
        </p:nvCxnSpPr>
        <p:spPr bwMode="auto">
          <a:xfrm>
            <a:off x="7859131" y="2668249"/>
            <a:ext cx="1058465" cy="2576154"/>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pic>
        <p:nvPicPr>
          <p:cNvPr id="6" name="Picture 5">
            <a:extLst>
              <a:ext uri="{FF2B5EF4-FFF2-40B4-BE49-F238E27FC236}">
                <a16:creationId xmlns:a16="http://schemas.microsoft.com/office/drawing/2014/main" id="{BF98B665-8DD9-44B8-9299-7A2B6E7D0F95}"/>
              </a:ext>
            </a:extLst>
          </p:cNvPr>
          <p:cNvPicPr>
            <a:picLocks noChangeAspect="1"/>
          </p:cNvPicPr>
          <p:nvPr/>
        </p:nvPicPr>
        <p:blipFill>
          <a:blip r:embed="rId4"/>
          <a:stretch>
            <a:fillRect/>
          </a:stretch>
        </p:blipFill>
        <p:spPr>
          <a:xfrm>
            <a:off x="8446860" y="2139104"/>
            <a:ext cx="848427" cy="424214"/>
          </a:xfrm>
          <a:prstGeom prst="rect">
            <a:avLst/>
          </a:prstGeom>
        </p:spPr>
      </p:pic>
      <p:pic>
        <p:nvPicPr>
          <p:cNvPr id="7" name="Picture 6">
            <a:extLst>
              <a:ext uri="{FF2B5EF4-FFF2-40B4-BE49-F238E27FC236}">
                <a16:creationId xmlns:a16="http://schemas.microsoft.com/office/drawing/2014/main" id="{241049CE-9A2B-404F-BA67-37D46173BCDA}"/>
              </a:ext>
            </a:extLst>
          </p:cNvPr>
          <p:cNvPicPr>
            <a:picLocks noChangeAspect="1"/>
          </p:cNvPicPr>
          <p:nvPr/>
        </p:nvPicPr>
        <p:blipFill>
          <a:blip r:embed="rId4"/>
          <a:stretch>
            <a:fillRect/>
          </a:stretch>
        </p:blipFill>
        <p:spPr>
          <a:xfrm>
            <a:off x="9206726" y="865285"/>
            <a:ext cx="987971" cy="493986"/>
          </a:xfrm>
          <a:prstGeom prst="rect">
            <a:avLst/>
          </a:prstGeom>
        </p:spPr>
      </p:pic>
      <p:cxnSp>
        <p:nvCxnSpPr>
          <p:cNvPr id="8" name="Straight Arrow Connector 7">
            <a:extLst>
              <a:ext uri="{FF2B5EF4-FFF2-40B4-BE49-F238E27FC236}">
                <a16:creationId xmlns:a16="http://schemas.microsoft.com/office/drawing/2014/main" id="{93766FF3-0AA3-4EC7-B334-CF8BF58485E5}"/>
              </a:ext>
            </a:extLst>
          </p:cNvPr>
          <p:cNvCxnSpPr>
            <a:stCxn id="7" idx="2"/>
          </p:cNvCxnSpPr>
          <p:nvPr/>
        </p:nvCxnSpPr>
        <p:spPr bwMode="auto">
          <a:xfrm flipH="1">
            <a:off x="9700711" y="1359271"/>
            <a:ext cx="1" cy="3519714"/>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DE4F6282-718B-45CC-83CA-6F587D908CFD}"/>
              </a:ext>
            </a:extLst>
          </p:cNvPr>
          <p:cNvCxnSpPr>
            <a:cxnSpLocks/>
            <a:stCxn id="6" idx="2"/>
          </p:cNvCxnSpPr>
          <p:nvPr/>
        </p:nvCxnSpPr>
        <p:spPr bwMode="auto">
          <a:xfrm>
            <a:off x="8871074" y="2563318"/>
            <a:ext cx="536885" cy="2563318"/>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0" name="Picture 4" descr="Image result for Police station">
            <a:extLst>
              <a:ext uri="{FF2B5EF4-FFF2-40B4-BE49-F238E27FC236}">
                <a16:creationId xmlns:a16="http://schemas.microsoft.com/office/drawing/2014/main" id="{EF1F50DF-35CC-41BE-A4FA-C60C7DA7058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91345" y="1156311"/>
            <a:ext cx="1637988" cy="98279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Image result for ambulance station">
            <a:extLst>
              <a:ext uri="{FF2B5EF4-FFF2-40B4-BE49-F238E27FC236}">
                <a16:creationId xmlns:a16="http://schemas.microsoft.com/office/drawing/2014/main" id="{EC2D2AE2-CBC6-46FF-AACB-8EE20867296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6966" y="4878985"/>
            <a:ext cx="2596558" cy="19474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Image result for tow truck">
            <a:extLst>
              <a:ext uri="{FF2B5EF4-FFF2-40B4-BE49-F238E27FC236}">
                <a16:creationId xmlns:a16="http://schemas.microsoft.com/office/drawing/2014/main" id="{7769E111-F264-4929-B077-BB73E2CA5BC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49700" y="4096702"/>
            <a:ext cx="1732197" cy="97436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Image result for ambulance">
            <a:extLst>
              <a:ext uri="{FF2B5EF4-FFF2-40B4-BE49-F238E27FC236}">
                <a16:creationId xmlns:a16="http://schemas.microsoft.com/office/drawing/2014/main" id="{2F890F46-F434-4A8A-835E-6B8729A5DD6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11545" y="5588448"/>
            <a:ext cx="1916651" cy="10781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Image result for car service station">
            <a:extLst>
              <a:ext uri="{FF2B5EF4-FFF2-40B4-BE49-F238E27FC236}">
                <a16:creationId xmlns:a16="http://schemas.microsoft.com/office/drawing/2014/main" id="{D22BBA6D-0E75-496A-8867-17C8D58E44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1345" y="3116010"/>
            <a:ext cx="1471039" cy="980692"/>
          </a:xfrm>
          <a:prstGeom prst="rect">
            <a:avLst/>
          </a:prstGeom>
          <a:noFill/>
          <a:extLst>
            <a:ext uri="{909E8E84-426E-40DD-AFC4-6F175D3DCCD1}">
              <a14:hiddenFill xmlns:a14="http://schemas.microsoft.com/office/drawing/2010/main">
                <a:solidFill>
                  <a:srgbClr val="FFFFFF"/>
                </a:solidFill>
              </a14:hiddenFill>
            </a:ext>
          </a:extLst>
        </p:spPr>
      </p:pic>
      <p:sp>
        <p:nvSpPr>
          <p:cNvPr id="15" name="Arrow: Striped Right 14">
            <a:extLst>
              <a:ext uri="{FF2B5EF4-FFF2-40B4-BE49-F238E27FC236}">
                <a16:creationId xmlns:a16="http://schemas.microsoft.com/office/drawing/2014/main" id="{39B27C08-48D2-47AB-BDFB-9BEDF19E96E4}"/>
              </a:ext>
            </a:extLst>
          </p:cNvPr>
          <p:cNvSpPr/>
          <p:nvPr/>
        </p:nvSpPr>
        <p:spPr bwMode="auto">
          <a:xfrm>
            <a:off x="6889611" y="5428606"/>
            <a:ext cx="1169233" cy="1397799"/>
          </a:xfrm>
          <a:prstGeom prst="stripedRightArrow">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dirty="0">
              <a:ln>
                <a:noFill/>
              </a:ln>
              <a:solidFill>
                <a:schemeClr val="tx1"/>
              </a:solidFill>
              <a:effectLst/>
              <a:latin typeface="Times New Roman" pitchFamily="18" charset="0"/>
            </a:endParaRPr>
          </a:p>
        </p:txBody>
      </p:sp>
      <p:sp>
        <p:nvSpPr>
          <p:cNvPr id="16" name="Arrow: Striped Right 15">
            <a:extLst>
              <a:ext uri="{FF2B5EF4-FFF2-40B4-BE49-F238E27FC236}">
                <a16:creationId xmlns:a16="http://schemas.microsoft.com/office/drawing/2014/main" id="{E1E856B5-4E7F-4C08-B440-673251386B5B}"/>
              </a:ext>
            </a:extLst>
          </p:cNvPr>
          <p:cNvSpPr/>
          <p:nvPr/>
        </p:nvSpPr>
        <p:spPr bwMode="auto">
          <a:xfrm rot="1882970">
            <a:off x="6514562" y="4520891"/>
            <a:ext cx="1427280" cy="585501"/>
          </a:xfrm>
          <a:prstGeom prst="stripedRightArrow">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dirty="0">
              <a:ln>
                <a:noFill/>
              </a:ln>
              <a:solidFill>
                <a:schemeClr val="tx1"/>
              </a:solidFill>
              <a:effectLst/>
              <a:latin typeface="Times New Roman" pitchFamily="18" charset="0"/>
            </a:endParaRPr>
          </a:p>
        </p:txBody>
      </p:sp>
      <p:cxnSp>
        <p:nvCxnSpPr>
          <p:cNvPr id="17" name="Straight Arrow Connector 16">
            <a:extLst>
              <a:ext uri="{FF2B5EF4-FFF2-40B4-BE49-F238E27FC236}">
                <a16:creationId xmlns:a16="http://schemas.microsoft.com/office/drawing/2014/main" id="{9F0D07FD-6D48-407D-A736-FD7381EAFF22}"/>
              </a:ext>
            </a:extLst>
          </p:cNvPr>
          <p:cNvCxnSpPr/>
          <p:nvPr/>
        </p:nvCxnSpPr>
        <p:spPr bwMode="auto">
          <a:xfrm flipH="1" flipV="1">
            <a:off x="3007158" y="1588957"/>
            <a:ext cx="2013523" cy="314794"/>
          </a:xfrm>
          <a:prstGeom prst="straightConnector1">
            <a:avLst/>
          </a:prstGeom>
          <a:solidFill>
            <a:schemeClr val="accent1"/>
          </a:solidFill>
          <a:ln w="9525" cap="flat" cmpd="sng" algn="ctr">
            <a:solidFill>
              <a:schemeClr val="tx1"/>
            </a:solidFill>
            <a:prstDash val="solid"/>
            <a:round/>
            <a:headEnd type="triangle"/>
            <a:tailEnd type="triangle"/>
          </a:ln>
          <a:effectLst>
            <a:glow rad="228600">
              <a:schemeClr val="accent6">
                <a:satMod val="175000"/>
                <a:alpha val="40000"/>
              </a:schemeClr>
            </a:glow>
          </a:effectLst>
        </p:spPr>
      </p:cxnSp>
      <p:cxnSp>
        <p:nvCxnSpPr>
          <p:cNvPr id="18" name="Straight Arrow Connector 17">
            <a:extLst>
              <a:ext uri="{FF2B5EF4-FFF2-40B4-BE49-F238E27FC236}">
                <a16:creationId xmlns:a16="http://schemas.microsoft.com/office/drawing/2014/main" id="{18BFF052-2C47-402B-8684-8E1E7AB49BF1}"/>
              </a:ext>
            </a:extLst>
          </p:cNvPr>
          <p:cNvCxnSpPr>
            <a:stCxn id="4" idx="1"/>
          </p:cNvCxnSpPr>
          <p:nvPr/>
        </p:nvCxnSpPr>
        <p:spPr bwMode="auto">
          <a:xfrm flipH="1">
            <a:off x="2829333" y="2349117"/>
            <a:ext cx="2191348" cy="978699"/>
          </a:xfrm>
          <a:prstGeom prst="straightConnector1">
            <a:avLst/>
          </a:prstGeom>
          <a:solidFill>
            <a:schemeClr val="accent1"/>
          </a:solidFill>
          <a:ln w="9525" cap="flat" cmpd="sng" algn="ctr">
            <a:solidFill>
              <a:schemeClr val="tx1"/>
            </a:solidFill>
            <a:prstDash val="solid"/>
            <a:round/>
            <a:headEnd type="triangle"/>
            <a:tailEnd type="triangle"/>
          </a:ln>
          <a:effectLst>
            <a:glow rad="228600">
              <a:schemeClr val="accent6">
                <a:satMod val="175000"/>
                <a:alpha val="40000"/>
              </a:schemeClr>
            </a:glow>
          </a:effectLst>
        </p:spPr>
      </p:cxnSp>
      <p:cxnSp>
        <p:nvCxnSpPr>
          <p:cNvPr id="19" name="Straight Arrow Connector 18">
            <a:extLst>
              <a:ext uri="{FF2B5EF4-FFF2-40B4-BE49-F238E27FC236}">
                <a16:creationId xmlns:a16="http://schemas.microsoft.com/office/drawing/2014/main" id="{CDED9ED1-387D-448E-818A-F69D95C69609}"/>
              </a:ext>
            </a:extLst>
          </p:cNvPr>
          <p:cNvCxnSpPr>
            <a:cxnSpLocks/>
          </p:cNvCxnSpPr>
          <p:nvPr/>
        </p:nvCxnSpPr>
        <p:spPr bwMode="auto">
          <a:xfrm>
            <a:off x="2701577" y="3690273"/>
            <a:ext cx="1656829" cy="41982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2E1933C8-C2BF-4E53-B3B2-BF2C69DD3000}"/>
              </a:ext>
            </a:extLst>
          </p:cNvPr>
          <p:cNvCxnSpPr/>
          <p:nvPr/>
        </p:nvCxnSpPr>
        <p:spPr bwMode="auto">
          <a:xfrm flipH="1">
            <a:off x="3105698" y="3116010"/>
            <a:ext cx="2045743" cy="1590902"/>
          </a:xfrm>
          <a:prstGeom prst="straightConnector1">
            <a:avLst/>
          </a:prstGeom>
          <a:solidFill>
            <a:schemeClr val="accent1"/>
          </a:solidFill>
          <a:ln w="9525" cap="flat" cmpd="sng" algn="ctr">
            <a:solidFill>
              <a:schemeClr val="tx1"/>
            </a:solidFill>
            <a:prstDash val="solid"/>
            <a:round/>
            <a:headEnd type="triangle"/>
            <a:tailEnd type="triangle"/>
          </a:ln>
          <a:effectLst>
            <a:glow rad="228600">
              <a:schemeClr val="accent6">
                <a:satMod val="175000"/>
                <a:alpha val="40000"/>
              </a:schemeClr>
            </a:glow>
          </a:effectLst>
        </p:spPr>
      </p:cxnSp>
    </p:spTree>
    <p:extLst>
      <p:ext uri="{BB962C8B-B14F-4D97-AF65-F5344CB8AC3E}">
        <p14:creationId xmlns:p14="http://schemas.microsoft.com/office/powerpoint/2010/main" val="101346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ppt_x"/>
                                          </p:val>
                                        </p:tav>
                                        <p:tav tm="100000">
                                          <p:val>
                                            <p:strVal val="#ppt_x"/>
                                          </p:val>
                                        </p:tav>
                                      </p:tavLst>
                                    </p:anim>
                                    <p:anim calcmode="lin" valueType="num">
                                      <p:cBhvr additive="base">
                                        <p:cTn id="54" dur="500" fill="hold"/>
                                        <p:tgtEl>
                                          <p:spTgt spid="17"/>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1+#ppt_h/2"/>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1000"/>
                                        <p:tgtEl>
                                          <p:spTgt spid="13"/>
                                        </p:tgtEl>
                                      </p:cBhvr>
                                    </p:animEffect>
                                    <p:anim calcmode="lin" valueType="num">
                                      <p:cBhvr>
                                        <p:cTn id="66" dur="1000" fill="hold"/>
                                        <p:tgtEl>
                                          <p:spTgt spid="13"/>
                                        </p:tgtEl>
                                        <p:attrNameLst>
                                          <p:attrName>ppt_x</p:attrName>
                                        </p:attrNameLst>
                                      </p:cBhvr>
                                      <p:tavLst>
                                        <p:tav tm="0">
                                          <p:val>
                                            <p:strVal val="#ppt_x"/>
                                          </p:val>
                                        </p:tav>
                                        <p:tav tm="100000">
                                          <p:val>
                                            <p:strVal val="#ppt_x"/>
                                          </p:val>
                                        </p:tav>
                                      </p:tavLst>
                                    </p:anim>
                                    <p:anim calcmode="lin" valueType="num">
                                      <p:cBhvr>
                                        <p:cTn id="6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heel(1)">
                                      <p:cBhvr>
                                        <p:cTn id="72" dur="2000"/>
                                        <p:tgtEl>
                                          <p:spTgt spid="19"/>
                                        </p:tgtEl>
                                      </p:cBhvr>
                                    </p:animEffect>
                                  </p:childTnLst>
                                </p:cTn>
                              </p:par>
                              <p:par>
                                <p:cTn id="73" presetID="21" presetClass="entr" presetSubtype="1" fill="hold"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heel(1)">
                                      <p:cBhvr>
                                        <p:cTn id="75" dur="2000"/>
                                        <p:tgtEl>
                                          <p:spTgt spid="12"/>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500"/>
                                        <p:tgtEl>
                                          <p:spTgt spid="1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A6D5-5532-43CA-8961-BCD129F815A9}"/>
              </a:ext>
            </a:extLst>
          </p:cNvPr>
          <p:cNvSpPr>
            <a:spLocks noGrp="1"/>
          </p:cNvSpPr>
          <p:nvPr>
            <p:ph type="title"/>
          </p:nvPr>
        </p:nvSpPr>
        <p:spPr>
          <a:xfrm>
            <a:off x="1141413" y="618518"/>
            <a:ext cx="9905998" cy="971743"/>
          </a:xfrm>
        </p:spPr>
        <p:txBody>
          <a:bodyPr/>
          <a:lstStyle/>
          <a:p>
            <a:r>
              <a:rPr lang="en-US" dirty="0"/>
              <a:t>embedded computers and </a:t>
            </a:r>
            <a:r>
              <a:rPr lang="en-US" dirty="0" err="1"/>
              <a:t>Iot</a:t>
            </a:r>
            <a:endParaRPr lang="en-IN" dirty="0"/>
          </a:p>
        </p:txBody>
      </p:sp>
      <p:sp>
        <p:nvSpPr>
          <p:cNvPr id="5" name="Speech Bubble: Oval 4">
            <a:extLst>
              <a:ext uri="{FF2B5EF4-FFF2-40B4-BE49-F238E27FC236}">
                <a16:creationId xmlns:a16="http://schemas.microsoft.com/office/drawing/2014/main" id="{4E1E4F5F-513A-4A71-B035-F54AAC0BBCE1}"/>
              </a:ext>
            </a:extLst>
          </p:cNvPr>
          <p:cNvSpPr/>
          <p:nvPr/>
        </p:nvSpPr>
        <p:spPr>
          <a:xfrm>
            <a:off x="2088107" y="1433015"/>
            <a:ext cx="8065827" cy="4353636"/>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 Question for Discussion </a:t>
            </a:r>
          </a:p>
          <a:p>
            <a:pPr algn="ctr"/>
            <a:r>
              <a:rPr lang="en-US" sz="3600" dirty="0"/>
              <a:t>What is the relationship between </a:t>
            </a:r>
          </a:p>
          <a:p>
            <a:pPr algn="ctr"/>
            <a:r>
              <a:rPr lang="en-US" sz="3600" dirty="0" err="1"/>
              <a:t>Embeded</a:t>
            </a:r>
            <a:r>
              <a:rPr lang="en-US" sz="3600" dirty="0"/>
              <a:t> Computers and IoT</a:t>
            </a:r>
            <a:endParaRPr lang="en-IN" sz="3600" dirty="0"/>
          </a:p>
        </p:txBody>
      </p:sp>
    </p:spTree>
    <p:extLst>
      <p:ext uri="{BB962C8B-B14F-4D97-AF65-F5344CB8AC3E}">
        <p14:creationId xmlns:p14="http://schemas.microsoft.com/office/powerpoint/2010/main" val="254975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C45C-E3FA-4415-8DBA-6A8FE12D6259}"/>
              </a:ext>
            </a:extLst>
          </p:cNvPr>
          <p:cNvSpPr>
            <a:spLocks noGrp="1"/>
          </p:cNvSpPr>
          <p:nvPr>
            <p:ph type="title"/>
          </p:nvPr>
        </p:nvSpPr>
        <p:spPr>
          <a:xfrm>
            <a:off x="1143001" y="181196"/>
            <a:ext cx="9905998" cy="693447"/>
          </a:xfrm>
        </p:spPr>
        <p:txBody>
          <a:bodyPr/>
          <a:lstStyle/>
          <a:p>
            <a:r>
              <a:rPr lang="en-US" dirty="0"/>
              <a:t>History of </a:t>
            </a:r>
            <a:r>
              <a:rPr lang="en-US" dirty="0" err="1"/>
              <a:t>Iot</a:t>
            </a:r>
            <a:endParaRPr lang="en-IN" dirty="0"/>
          </a:p>
        </p:txBody>
      </p:sp>
      <p:sp>
        <p:nvSpPr>
          <p:cNvPr id="4" name="TextBox 3">
            <a:extLst>
              <a:ext uri="{FF2B5EF4-FFF2-40B4-BE49-F238E27FC236}">
                <a16:creationId xmlns:a16="http://schemas.microsoft.com/office/drawing/2014/main" id="{7B60407E-A610-4905-8CDB-D647E9E1D786}"/>
              </a:ext>
            </a:extLst>
          </p:cNvPr>
          <p:cNvSpPr txBox="1"/>
          <p:nvPr/>
        </p:nvSpPr>
        <p:spPr>
          <a:xfrm>
            <a:off x="1818860" y="1120673"/>
            <a:ext cx="7921487" cy="369332"/>
          </a:xfrm>
          <a:prstGeom prst="rect">
            <a:avLst/>
          </a:prstGeom>
          <a:noFill/>
        </p:spPr>
        <p:txBody>
          <a:bodyPr wrap="square">
            <a:spAutoFit/>
          </a:bodyPr>
          <a:lstStyle/>
          <a:p>
            <a:r>
              <a:rPr lang="en-IN" dirty="0">
                <a:hlinkClick r:id="rId2"/>
              </a:rPr>
              <a:t>https://www.postscapes.com/iot-history/</a:t>
            </a:r>
            <a:endParaRPr lang="en-IN" dirty="0"/>
          </a:p>
        </p:txBody>
      </p:sp>
      <p:graphicFrame>
        <p:nvGraphicFramePr>
          <p:cNvPr id="5" name="Diagram 4">
            <a:extLst>
              <a:ext uri="{FF2B5EF4-FFF2-40B4-BE49-F238E27FC236}">
                <a16:creationId xmlns:a16="http://schemas.microsoft.com/office/drawing/2014/main" id="{C40799D8-9CEA-4C67-8699-F677399EB3D6}"/>
              </a:ext>
            </a:extLst>
          </p:cNvPr>
          <p:cNvGraphicFramePr/>
          <p:nvPr>
            <p:extLst>
              <p:ext uri="{D42A27DB-BD31-4B8C-83A1-F6EECF244321}">
                <p14:modId xmlns:p14="http://schemas.microsoft.com/office/powerpoint/2010/main" val="2866201586"/>
              </p:ext>
            </p:extLst>
          </p:nvPr>
        </p:nvGraphicFramePr>
        <p:xfrm>
          <a:off x="874643" y="719666"/>
          <a:ext cx="10508973" cy="52173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2867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1257-BE3E-4059-A519-EB346A7570B8}"/>
              </a:ext>
            </a:extLst>
          </p:cNvPr>
          <p:cNvSpPr>
            <a:spLocks noGrp="1"/>
          </p:cNvSpPr>
          <p:nvPr>
            <p:ph type="title"/>
          </p:nvPr>
        </p:nvSpPr>
        <p:spPr/>
        <p:txBody>
          <a:bodyPr/>
          <a:lstStyle/>
          <a:p>
            <a:r>
              <a:rPr lang="en-US" dirty="0"/>
              <a:t>What was the first </a:t>
            </a:r>
            <a:r>
              <a:rPr lang="en-US" dirty="0" err="1"/>
              <a:t>iot</a:t>
            </a:r>
            <a:r>
              <a:rPr lang="en-US" dirty="0"/>
              <a:t> device</a:t>
            </a:r>
            <a:endParaRPr lang="en-IN" dirty="0"/>
          </a:p>
        </p:txBody>
      </p:sp>
      <p:sp>
        <p:nvSpPr>
          <p:cNvPr id="4" name="TextBox 3">
            <a:extLst>
              <a:ext uri="{FF2B5EF4-FFF2-40B4-BE49-F238E27FC236}">
                <a16:creationId xmlns:a16="http://schemas.microsoft.com/office/drawing/2014/main" id="{1908504C-45B3-49EE-9DAE-CD3F8DFE3209}"/>
              </a:ext>
            </a:extLst>
          </p:cNvPr>
          <p:cNvSpPr txBox="1"/>
          <p:nvPr/>
        </p:nvSpPr>
        <p:spPr>
          <a:xfrm>
            <a:off x="6449394" y="1832874"/>
            <a:ext cx="4231618" cy="2585323"/>
          </a:xfrm>
          <a:prstGeom prst="rect">
            <a:avLst/>
          </a:prstGeom>
          <a:noFill/>
        </p:spPr>
        <p:txBody>
          <a:bodyPr wrap="square">
            <a:spAutoFit/>
          </a:bodyPr>
          <a:lstStyle/>
          <a:p>
            <a:pPr algn="just"/>
            <a:r>
              <a:rPr lang="en-US" b="0" i="0" dirty="0">
                <a:solidFill>
                  <a:srgbClr val="404040"/>
                </a:solidFill>
                <a:effectLst/>
                <a:latin typeface="Roboto"/>
              </a:rPr>
              <a:t>One of the first examples of an Internet of Things is from the early 1982s, and was a Coca Cola machine, located at the Carnegie Melon University. Local programmers would connect by Internet to the refrigerated appliance, and check to see if there was a drink available, and if it was cold, before making the trip.</a:t>
            </a:r>
            <a:endParaRPr lang="en-IN" dirty="0"/>
          </a:p>
        </p:txBody>
      </p:sp>
      <p:pic>
        <p:nvPicPr>
          <p:cNvPr id="2050" name="Picture 2">
            <a:extLst>
              <a:ext uri="{FF2B5EF4-FFF2-40B4-BE49-F238E27FC236}">
                <a16:creationId xmlns:a16="http://schemas.microsoft.com/office/drawing/2014/main" id="{80D94642-2C6B-4F2B-A061-C23068714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729" y="2000249"/>
            <a:ext cx="4718879" cy="3539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6198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613</TotalTime>
  <Words>764</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Arial</vt:lpstr>
      <vt:lpstr>Calibri</vt:lpstr>
      <vt:lpstr>inherit</vt:lpstr>
      <vt:lpstr>Ink Free</vt:lpstr>
      <vt:lpstr>Open Sans</vt:lpstr>
      <vt:lpstr>Proxima Nova</vt:lpstr>
      <vt:lpstr>Roboto</vt:lpstr>
      <vt:lpstr>Times New Roman</vt:lpstr>
      <vt:lpstr>Tw Cen MT</vt:lpstr>
      <vt:lpstr>Wingdings</vt:lpstr>
      <vt:lpstr>Circuit</vt:lpstr>
      <vt:lpstr>Internet of Things</vt:lpstr>
      <vt:lpstr>What is internet of Things</vt:lpstr>
      <vt:lpstr>PowerPoint Presentation</vt:lpstr>
      <vt:lpstr>Listen to Kevin for few minutes</vt:lpstr>
      <vt:lpstr>What are embedded computers</vt:lpstr>
      <vt:lpstr>Applications of Iot</vt:lpstr>
      <vt:lpstr>Industrial Revolution</vt:lpstr>
      <vt:lpstr>Iot in use (Car develops a fault)</vt:lpstr>
      <vt:lpstr>Iot in emergency</vt:lpstr>
      <vt:lpstr>embedded computers and Iot</vt:lpstr>
      <vt:lpstr>History of Iot</vt:lpstr>
      <vt:lpstr>What was the first iot device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dc:title>
  <dc:creator>Girish Kumar</dc:creator>
  <cp:lastModifiedBy>Girish Kumar</cp:lastModifiedBy>
  <cp:revision>50</cp:revision>
  <dcterms:created xsi:type="dcterms:W3CDTF">2020-07-16T07:58:17Z</dcterms:created>
  <dcterms:modified xsi:type="dcterms:W3CDTF">2020-09-03T12:03:55Z</dcterms:modified>
</cp:coreProperties>
</file>