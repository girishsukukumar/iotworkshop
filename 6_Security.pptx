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4" r:id="rId2"/>
    <p:sldId id="265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5" d="100"/>
          <a:sy n="45" d="100"/>
        </p:scale>
        <p:origin x="82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701D8-178A-42BA-920F-0B258846E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960" y="2791874"/>
            <a:ext cx="9905998" cy="1478570"/>
          </a:xfrm>
        </p:spPr>
        <p:txBody>
          <a:bodyPr/>
          <a:lstStyle/>
          <a:p>
            <a:r>
              <a:rPr lang="en-IN" sz="3600" dirty="0"/>
              <a:t>Introduction to Security in IoT</a:t>
            </a:r>
            <a:br>
              <a:rPr lang="en-IN" sz="3600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2279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C4181-D837-409C-B644-DA121465E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0952"/>
            <a:ext cx="9905998" cy="984995"/>
          </a:xfrm>
        </p:spPr>
        <p:txBody>
          <a:bodyPr/>
          <a:lstStyle/>
          <a:p>
            <a:r>
              <a:rPr lang="en-US" dirty="0"/>
              <a:t>Why do we need security in IOT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68321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8D1E14"/>
      </a:dk2>
      <a:lt2>
        <a:srgbClr val="FF744E"/>
      </a:lt2>
      <a:accent1>
        <a:srgbClr val="E9B758"/>
      </a:accent1>
      <a:accent2>
        <a:srgbClr val="FE8943"/>
      </a:accent2>
      <a:accent3>
        <a:srgbClr val="AEA27C"/>
      </a:accent3>
      <a:accent4>
        <a:srgbClr val="90B46E"/>
      </a:accent4>
      <a:accent5>
        <a:srgbClr val="71AEC1"/>
      </a:accent5>
      <a:accent6>
        <a:srgbClr val="C98DE7"/>
      </a:accent6>
      <a:hlink>
        <a:srgbClr val="FF7A22"/>
      </a:hlink>
      <a:folHlink>
        <a:srgbClr val="FDCD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2000"/>
                <a:satMod val="150000"/>
                <a:lumMod val="15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971C58-AB76-4A2A-B231-5F8CA03CF49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1923</TotalTime>
  <Words>13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Tw Cen MT</vt:lpstr>
      <vt:lpstr>Circuit</vt:lpstr>
      <vt:lpstr>Introduction to Security in IoT </vt:lpstr>
      <vt:lpstr>Why do we need security in IOT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fundamentals</dc:title>
  <dc:creator>Girish Kumar</dc:creator>
  <cp:lastModifiedBy>Girish Kumar</cp:lastModifiedBy>
  <cp:revision>63</cp:revision>
  <dcterms:created xsi:type="dcterms:W3CDTF">2020-07-17T04:46:15Z</dcterms:created>
  <dcterms:modified xsi:type="dcterms:W3CDTF">2020-08-05T08:53:24Z</dcterms:modified>
</cp:coreProperties>
</file>